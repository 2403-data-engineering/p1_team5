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2" r:id="rId5"/>
    <p:sldId id="261" r:id="rId6"/>
    <p:sldId id="258" r:id="rId7"/>
    <p:sldId id="263" r:id="rId8"/>
    <p:sldId id="265" r:id="rId9"/>
    <p:sldId id="266" r:id="rId10"/>
    <p:sldId id="264" r:id="rId11"/>
    <p:sldId id="270" r:id="rId12"/>
    <p:sldId id="271" r:id="rId13"/>
    <p:sldId id="272" r:id="rId14"/>
    <p:sldId id="273" r:id="rId15"/>
    <p:sldId id="269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68"/>
  </p:normalViewPr>
  <p:slideViewPr>
    <p:cSldViewPr snapToGrid="0">
      <p:cViewPr>
        <p:scale>
          <a:sx n="169" d="100"/>
          <a:sy n="169" d="100"/>
        </p:scale>
        <p:origin x="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BDE9D7-55BC-45D3-BF00-FE70EE49BEC7}" type="doc">
      <dgm:prSet loTypeId="urn:microsoft.com/office/officeart/2005/8/layout/StepDownProcess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6B52EFD-823A-4B83-A14B-E1614D80A972}">
      <dgm:prSet/>
      <dgm:spPr/>
      <dgm:t>
        <a:bodyPr/>
        <a:lstStyle/>
        <a:p>
          <a:r>
            <a:rPr lang="en-US" dirty="0"/>
            <a:t>Data ingestion into Neo4j graph</a:t>
          </a:r>
        </a:p>
      </dgm:t>
    </dgm:pt>
    <dgm:pt modelId="{1B2834E7-C402-434E-A411-73B83FFB57F0}" type="parTrans" cxnId="{92DE74BB-A4E5-4DC6-A7BC-89D248A84CB8}">
      <dgm:prSet/>
      <dgm:spPr/>
      <dgm:t>
        <a:bodyPr/>
        <a:lstStyle/>
        <a:p>
          <a:endParaRPr lang="en-US"/>
        </a:p>
      </dgm:t>
    </dgm:pt>
    <dgm:pt modelId="{E0372000-AA6E-434D-A1B7-E3AD83621002}" type="sibTrans" cxnId="{92DE74BB-A4E5-4DC6-A7BC-89D248A84CB8}">
      <dgm:prSet/>
      <dgm:spPr/>
      <dgm:t>
        <a:bodyPr/>
        <a:lstStyle/>
        <a:p>
          <a:endParaRPr lang="en-US"/>
        </a:p>
      </dgm:t>
    </dgm:pt>
    <dgm:pt modelId="{3DCCB35F-D5D3-964D-A2D5-60D39F38DA95}">
      <dgm:prSet/>
      <dgm:spPr/>
      <dgm:t>
        <a:bodyPr/>
        <a:lstStyle/>
        <a:p>
          <a:pPr>
            <a:buNone/>
          </a:pPr>
          <a:r>
            <a:rPr lang="en-US"/>
            <a:t>Graph modeling (accounts + transactions)</a:t>
          </a:r>
        </a:p>
      </dgm:t>
    </dgm:pt>
    <dgm:pt modelId="{73264C8F-90B4-684C-B7CC-91AEC782CF3A}" type="parTrans" cxnId="{0EA9A592-3B60-C24A-99DF-8DDD068487A5}">
      <dgm:prSet/>
      <dgm:spPr/>
      <dgm:t>
        <a:bodyPr/>
        <a:lstStyle/>
        <a:p>
          <a:endParaRPr lang="en-US"/>
        </a:p>
      </dgm:t>
    </dgm:pt>
    <dgm:pt modelId="{A5CADDA6-6519-2B44-9399-8850DE2174C7}" type="sibTrans" cxnId="{0EA9A592-3B60-C24A-99DF-8DDD068487A5}">
      <dgm:prSet/>
      <dgm:spPr/>
      <dgm:t>
        <a:bodyPr/>
        <a:lstStyle/>
        <a:p>
          <a:endParaRPr lang="en-US"/>
        </a:p>
      </dgm:t>
    </dgm:pt>
    <dgm:pt modelId="{9B36BC6F-18AD-1241-8E28-79EC0189701C}">
      <dgm:prSet/>
      <dgm:spPr/>
      <dgm:t>
        <a:bodyPr/>
        <a:lstStyle/>
        <a:p>
          <a:pPr>
            <a:buNone/>
          </a:pPr>
          <a:r>
            <a:rPr lang="en-US" dirty="0"/>
            <a:t>Fraud detection signals</a:t>
          </a:r>
        </a:p>
      </dgm:t>
    </dgm:pt>
    <dgm:pt modelId="{1A5452D2-C060-BF47-A108-F85EBC226987}" type="parTrans" cxnId="{343E3EB4-3F57-944A-BEC5-36DA8735ABAD}">
      <dgm:prSet/>
      <dgm:spPr/>
      <dgm:t>
        <a:bodyPr/>
        <a:lstStyle/>
        <a:p>
          <a:endParaRPr lang="en-US"/>
        </a:p>
      </dgm:t>
    </dgm:pt>
    <dgm:pt modelId="{B83B1FF5-7B19-2B4D-8241-B32AC427D7C0}" type="sibTrans" cxnId="{343E3EB4-3F57-944A-BEC5-36DA8735ABAD}">
      <dgm:prSet/>
      <dgm:spPr/>
      <dgm:t>
        <a:bodyPr/>
        <a:lstStyle/>
        <a:p>
          <a:endParaRPr lang="en-US"/>
        </a:p>
      </dgm:t>
    </dgm:pt>
    <dgm:pt modelId="{8672D519-B713-704D-BED0-97C1C78A443D}">
      <dgm:prSet/>
      <dgm:spPr/>
      <dgm:t>
        <a:bodyPr/>
        <a:lstStyle/>
        <a:p>
          <a:pPr>
            <a:buNone/>
          </a:pPr>
          <a:r>
            <a:rPr lang="en-US"/>
            <a:t>Star schema transformation</a:t>
          </a:r>
        </a:p>
      </dgm:t>
    </dgm:pt>
    <dgm:pt modelId="{55C6C5DA-BC5A-F941-A639-14695AF44036}" type="parTrans" cxnId="{7D981455-555E-9D46-958A-BEACDB370689}">
      <dgm:prSet/>
      <dgm:spPr/>
      <dgm:t>
        <a:bodyPr/>
        <a:lstStyle/>
        <a:p>
          <a:endParaRPr lang="en-US"/>
        </a:p>
      </dgm:t>
    </dgm:pt>
    <dgm:pt modelId="{3E259382-8277-084F-82C2-926F07BEBD7C}" type="sibTrans" cxnId="{7D981455-555E-9D46-958A-BEACDB370689}">
      <dgm:prSet/>
      <dgm:spPr/>
      <dgm:t>
        <a:bodyPr/>
        <a:lstStyle/>
        <a:p>
          <a:endParaRPr lang="en-US"/>
        </a:p>
      </dgm:t>
    </dgm:pt>
    <dgm:pt modelId="{B9374E66-23EC-6847-874C-B0F915056BFB}">
      <dgm:prSet/>
      <dgm:spPr/>
      <dgm:t>
        <a:bodyPr/>
        <a:lstStyle/>
        <a:p>
          <a:pPr>
            <a:buNone/>
          </a:pPr>
          <a:r>
            <a:rPr lang="en-US"/>
            <a:t>Power BI dashboard</a:t>
          </a:r>
        </a:p>
      </dgm:t>
    </dgm:pt>
    <dgm:pt modelId="{CC7590EE-8526-BF46-AF5A-50E103E835F9}" type="parTrans" cxnId="{21422707-A52E-C146-B7CB-178DE94B353C}">
      <dgm:prSet/>
      <dgm:spPr/>
      <dgm:t>
        <a:bodyPr/>
        <a:lstStyle/>
        <a:p>
          <a:endParaRPr lang="en-US"/>
        </a:p>
      </dgm:t>
    </dgm:pt>
    <dgm:pt modelId="{2FBB3787-C13B-2449-89A9-6DF9D4BB9ECD}" type="sibTrans" cxnId="{21422707-A52E-C146-B7CB-178DE94B353C}">
      <dgm:prSet/>
      <dgm:spPr/>
      <dgm:t>
        <a:bodyPr/>
        <a:lstStyle/>
        <a:p>
          <a:endParaRPr lang="en-US"/>
        </a:p>
      </dgm:t>
    </dgm:pt>
    <dgm:pt modelId="{6AA0F497-315B-2943-BE39-C8135A7A570D}" type="pres">
      <dgm:prSet presAssocID="{4BBDE9D7-55BC-45D3-BF00-FE70EE49BEC7}" presName="rootnode" presStyleCnt="0">
        <dgm:presLayoutVars>
          <dgm:chMax/>
          <dgm:chPref/>
          <dgm:dir/>
          <dgm:animLvl val="lvl"/>
        </dgm:presLayoutVars>
      </dgm:prSet>
      <dgm:spPr/>
    </dgm:pt>
    <dgm:pt modelId="{6BEDD33C-6329-3E41-859F-63B5E75771F1}" type="pres">
      <dgm:prSet presAssocID="{B6B52EFD-823A-4B83-A14B-E1614D80A972}" presName="composite" presStyleCnt="0"/>
      <dgm:spPr/>
    </dgm:pt>
    <dgm:pt modelId="{457593E4-ED6A-514B-BFB4-861F483E35F9}" type="pres">
      <dgm:prSet presAssocID="{B6B52EFD-823A-4B83-A14B-E1614D80A972}" presName="bentUpArrow1" presStyleLbl="alignImgPlace1" presStyleIdx="0" presStyleCnt="4"/>
      <dgm:spPr/>
    </dgm:pt>
    <dgm:pt modelId="{BE935EC1-5962-DD4F-BF31-7D5829BAC272}" type="pres">
      <dgm:prSet presAssocID="{B6B52EFD-823A-4B83-A14B-E1614D80A972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3997CBA7-330B-D548-B32D-0AFAEF18379F}" type="pres">
      <dgm:prSet presAssocID="{B6B52EFD-823A-4B83-A14B-E1614D80A972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ED0DCEA-AF10-2E4E-9AFB-8966A03D3055}" type="pres">
      <dgm:prSet presAssocID="{E0372000-AA6E-434D-A1B7-E3AD83621002}" presName="sibTrans" presStyleCnt="0"/>
      <dgm:spPr/>
    </dgm:pt>
    <dgm:pt modelId="{1F773D23-9B41-E14D-80E7-C45138636C97}" type="pres">
      <dgm:prSet presAssocID="{3DCCB35F-D5D3-964D-A2D5-60D39F38DA95}" presName="composite" presStyleCnt="0"/>
      <dgm:spPr/>
    </dgm:pt>
    <dgm:pt modelId="{52CDBB6C-6D53-8E40-A4CD-639D4B532B3C}" type="pres">
      <dgm:prSet presAssocID="{3DCCB35F-D5D3-964D-A2D5-60D39F38DA95}" presName="bentUpArrow1" presStyleLbl="alignImgPlace1" presStyleIdx="1" presStyleCnt="4"/>
      <dgm:spPr/>
    </dgm:pt>
    <dgm:pt modelId="{57BBFCCC-599A-454E-9588-E10AE739BA65}" type="pres">
      <dgm:prSet presAssocID="{3DCCB35F-D5D3-964D-A2D5-60D39F38DA95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FE328E83-C462-964A-A60D-70AA85068D95}" type="pres">
      <dgm:prSet presAssocID="{3DCCB35F-D5D3-964D-A2D5-60D39F38DA95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EFD37AE8-6C9F-CB4B-9814-A0B8E9E50901}" type="pres">
      <dgm:prSet presAssocID="{A5CADDA6-6519-2B44-9399-8850DE2174C7}" presName="sibTrans" presStyleCnt="0"/>
      <dgm:spPr/>
    </dgm:pt>
    <dgm:pt modelId="{42A81D6F-EAEE-3F4B-9CCD-9626A1DCF5F4}" type="pres">
      <dgm:prSet presAssocID="{9B36BC6F-18AD-1241-8E28-79EC0189701C}" presName="composite" presStyleCnt="0"/>
      <dgm:spPr/>
    </dgm:pt>
    <dgm:pt modelId="{58794D49-456B-204A-82EA-4032AAF316FF}" type="pres">
      <dgm:prSet presAssocID="{9B36BC6F-18AD-1241-8E28-79EC0189701C}" presName="bentUpArrow1" presStyleLbl="alignImgPlace1" presStyleIdx="2" presStyleCnt="4"/>
      <dgm:spPr/>
    </dgm:pt>
    <dgm:pt modelId="{D319D3E6-7F5E-2640-B69C-0192C916D57E}" type="pres">
      <dgm:prSet presAssocID="{9B36BC6F-18AD-1241-8E28-79EC0189701C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97B65F8B-8BE8-7A4B-92FD-B1F68262CB52}" type="pres">
      <dgm:prSet presAssocID="{9B36BC6F-18AD-1241-8E28-79EC0189701C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C28D3928-E011-5E4F-83EB-F5AC47984D16}" type="pres">
      <dgm:prSet presAssocID="{B83B1FF5-7B19-2B4D-8241-B32AC427D7C0}" presName="sibTrans" presStyleCnt="0"/>
      <dgm:spPr/>
    </dgm:pt>
    <dgm:pt modelId="{2C8EAEEF-7C9B-6E4C-B863-BB438FF4E1D5}" type="pres">
      <dgm:prSet presAssocID="{8672D519-B713-704D-BED0-97C1C78A443D}" presName="composite" presStyleCnt="0"/>
      <dgm:spPr/>
    </dgm:pt>
    <dgm:pt modelId="{F28DFC99-F14F-6E40-A4FF-45FDA5045163}" type="pres">
      <dgm:prSet presAssocID="{8672D519-B713-704D-BED0-97C1C78A443D}" presName="bentUpArrow1" presStyleLbl="alignImgPlace1" presStyleIdx="3" presStyleCnt="4"/>
      <dgm:spPr/>
    </dgm:pt>
    <dgm:pt modelId="{49CCC1B1-91FA-B740-9348-F4C39031CC6B}" type="pres">
      <dgm:prSet presAssocID="{8672D519-B713-704D-BED0-97C1C78A443D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6D605938-2C28-874D-AFDB-12328762215E}" type="pres">
      <dgm:prSet presAssocID="{8672D519-B713-704D-BED0-97C1C78A443D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85311AC5-BFD4-3347-99BC-D88883988004}" type="pres">
      <dgm:prSet presAssocID="{3E259382-8277-084F-82C2-926F07BEBD7C}" presName="sibTrans" presStyleCnt="0"/>
      <dgm:spPr/>
    </dgm:pt>
    <dgm:pt modelId="{6087B690-D0EE-3F4E-97CA-1EFC142FEAEB}" type="pres">
      <dgm:prSet presAssocID="{B9374E66-23EC-6847-874C-B0F915056BFB}" presName="composite" presStyleCnt="0"/>
      <dgm:spPr/>
    </dgm:pt>
    <dgm:pt modelId="{EC5AED3C-BB16-B743-A557-A54E8E26AC84}" type="pres">
      <dgm:prSet presAssocID="{B9374E66-23EC-6847-874C-B0F915056BFB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21422707-A52E-C146-B7CB-178DE94B353C}" srcId="{4BBDE9D7-55BC-45D3-BF00-FE70EE49BEC7}" destId="{B9374E66-23EC-6847-874C-B0F915056BFB}" srcOrd="4" destOrd="0" parTransId="{CC7590EE-8526-BF46-AF5A-50E103E835F9}" sibTransId="{2FBB3787-C13B-2449-89A9-6DF9D4BB9ECD}"/>
    <dgm:cxn modelId="{C121BF15-03DE-0446-A240-E97CDEEA9549}" type="presOf" srcId="{B9374E66-23EC-6847-874C-B0F915056BFB}" destId="{EC5AED3C-BB16-B743-A557-A54E8E26AC84}" srcOrd="0" destOrd="0" presId="urn:microsoft.com/office/officeart/2005/8/layout/StepDownProcess"/>
    <dgm:cxn modelId="{22783124-45AF-7E4F-B79A-7F398DD9F3C7}" type="presOf" srcId="{3DCCB35F-D5D3-964D-A2D5-60D39F38DA95}" destId="{57BBFCCC-599A-454E-9588-E10AE739BA65}" srcOrd="0" destOrd="0" presId="urn:microsoft.com/office/officeart/2005/8/layout/StepDownProcess"/>
    <dgm:cxn modelId="{FFF08F26-CAC1-2F49-99E1-630579AA8525}" type="presOf" srcId="{9B36BC6F-18AD-1241-8E28-79EC0189701C}" destId="{D319D3E6-7F5E-2640-B69C-0192C916D57E}" srcOrd="0" destOrd="0" presId="urn:microsoft.com/office/officeart/2005/8/layout/StepDownProcess"/>
    <dgm:cxn modelId="{65288A34-9DC5-1A44-8B44-CF0D6D72F4C0}" type="presOf" srcId="{8672D519-B713-704D-BED0-97C1C78A443D}" destId="{49CCC1B1-91FA-B740-9348-F4C39031CC6B}" srcOrd="0" destOrd="0" presId="urn:microsoft.com/office/officeart/2005/8/layout/StepDownProcess"/>
    <dgm:cxn modelId="{AA816D4E-C1BF-614C-9992-0FEECCF77169}" type="presOf" srcId="{B6B52EFD-823A-4B83-A14B-E1614D80A972}" destId="{BE935EC1-5962-DD4F-BF31-7D5829BAC272}" srcOrd="0" destOrd="0" presId="urn:microsoft.com/office/officeart/2005/8/layout/StepDownProcess"/>
    <dgm:cxn modelId="{7D981455-555E-9D46-958A-BEACDB370689}" srcId="{4BBDE9D7-55BC-45D3-BF00-FE70EE49BEC7}" destId="{8672D519-B713-704D-BED0-97C1C78A443D}" srcOrd="3" destOrd="0" parTransId="{55C6C5DA-BC5A-F941-A639-14695AF44036}" sibTransId="{3E259382-8277-084F-82C2-926F07BEBD7C}"/>
    <dgm:cxn modelId="{0EA9A592-3B60-C24A-99DF-8DDD068487A5}" srcId="{4BBDE9D7-55BC-45D3-BF00-FE70EE49BEC7}" destId="{3DCCB35F-D5D3-964D-A2D5-60D39F38DA95}" srcOrd="1" destOrd="0" parTransId="{73264C8F-90B4-684C-B7CC-91AEC782CF3A}" sibTransId="{A5CADDA6-6519-2B44-9399-8850DE2174C7}"/>
    <dgm:cxn modelId="{CDB96A99-CAB8-4845-9C10-05FED2D90E18}" type="presOf" srcId="{4BBDE9D7-55BC-45D3-BF00-FE70EE49BEC7}" destId="{6AA0F497-315B-2943-BE39-C8135A7A570D}" srcOrd="0" destOrd="0" presId="urn:microsoft.com/office/officeart/2005/8/layout/StepDownProcess"/>
    <dgm:cxn modelId="{343E3EB4-3F57-944A-BEC5-36DA8735ABAD}" srcId="{4BBDE9D7-55BC-45D3-BF00-FE70EE49BEC7}" destId="{9B36BC6F-18AD-1241-8E28-79EC0189701C}" srcOrd="2" destOrd="0" parTransId="{1A5452D2-C060-BF47-A108-F85EBC226987}" sibTransId="{B83B1FF5-7B19-2B4D-8241-B32AC427D7C0}"/>
    <dgm:cxn modelId="{92DE74BB-A4E5-4DC6-A7BC-89D248A84CB8}" srcId="{4BBDE9D7-55BC-45D3-BF00-FE70EE49BEC7}" destId="{B6B52EFD-823A-4B83-A14B-E1614D80A972}" srcOrd="0" destOrd="0" parTransId="{1B2834E7-C402-434E-A411-73B83FFB57F0}" sibTransId="{E0372000-AA6E-434D-A1B7-E3AD83621002}"/>
    <dgm:cxn modelId="{C5DF470A-3161-C74A-B157-6471968E070C}" type="presParOf" srcId="{6AA0F497-315B-2943-BE39-C8135A7A570D}" destId="{6BEDD33C-6329-3E41-859F-63B5E75771F1}" srcOrd="0" destOrd="0" presId="urn:microsoft.com/office/officeart/2005/8/layout/StepDownProcess"/>
    <dgm:cxn modelId="{09AA91E2-9FB4-EE47-80C0-9B579AE65FDF}" type="presParOf" srcId="{6BEDD33C-6329-3E41-859F-63B5E75771F1}" destId="{457593E4-ED6A-514B-BFB4-861F483E35F9}" srcOrd="0" destOrd="0" presId="urn:microsoft.com/office/officeart/2005/8/layout/StepDownProcess"/>
    <dgm:cxn modelId="{C7CCD241-E8A9-2348-A950-B1A51E1D0403}" type="presParOf" srcId="{6BEDD33C-6329-3E41-859F-63B5E75771F1}" destId="{BE935EC1-5962-DD4F-BF31-7D5829BAC272}" srcOrd="1" destOrd="0" presId="urn:microsoft.com/office/officeart/2005/8/layout/StepDownProcess"/>
    <dgm:cxn modelId="{64E18DEB-FFC8-1744-BA31-2D91ED4333AE}" type="presParOf" srcId="{6BEDD33C-6329-3E41-859F-63B5E75771F1}" destId="{3997CBA7-330B-D548-B32D-0AFAEF18379F}" srcOrd="2" destOrd="0" presId="urn:microsoft.com/office/officeart/2005/8/layout/StepDownProcess"/>
    <dgm:cxn modelId="{AEF2E792-37D1-A445-8F4C-7C1102A30545}" type="presParOf" srcId="{6AA0F497-315B-2943-BE39-C8135A7A570D}" destId="{5ED0DCEA-AF10-2E4E-9AFB-8966A03D3055}" srcOrd="1" destOrd="0" presId="urn:microsoft.com/office/officeart/2005/8/layout/StepDownProcess"/>
    <dgm:cxn modelId="{D39561ED-6782-0E4E-A747-F34D411DF87F}" type="presParOf" srcId="{6AA0F497-315B-2943-BE39-C8135A7A570D}" destId="{1F773D23-9B41-E14D-80E7-C45138636C97}" srcOrd="2" destOrd="0" presId="urn:microsoft.com/office/officeart/2005/8/layout/StepDownProcess"/>
    <dgm:cxn modelId="{13A6B339-55B1-AC48-AD03-C06C4D7DE356}" type="presParOf" srcId="{1F773D23-9B41-E14D-80E7-C45138636C97}" destId="{52CDBB6C-6D53-8E40-A4CD-639D4B532B3C}" srcOrd="0" destOrd="0" presId="urn:microsoft.com/office/officeart/2005/8/layout/StepDownProcess"/>
    <dgm:cxn modelId="{C8276D81-24A5-3440-A8FF-EEE9A7D08453}" type="presParOf" srcId="{1F773D23-9B41-E14D-80E7-C45138636C97}" destId="{57BBFCCC-599A-454E-9588-E10AE739BA65}" srcOrd="1" destOrd="0" presId="urn:microsoft.com/office/officeart/2005/8/layout/StepDownProcess"/>
    <dgm:cxn modelId="{C8F57BF0-5409-3C4D-9106-CB51CD07AE52}" type="presParOf" srcId="{1F773D23-9B41-E14D-80E7-C45138636C97}" destId="{FE328E83-C462-964A-A60D-70AA85068D95}" srcOrd="2" destOrd="0" presId="urn:microsoft.com/office/officeart/2005/8/layout/StepDownProcess"/>
    <dgm:cxn modelId="{53B86E6B-6477-3B41-B29D-3545744957F3}" type="presParOf" srcId="{6AA0F497-315B-2943-BE39-C8135A7A570D}" destId="{EFD37AE8-6C9F-CB4B-9814-A0B8E9E50901}" srcOrd="3" destOrd="0" presId="urn:microsoft.com/office/officeart/2005/8/layout/StepDownProcess"/>
    <dgm:cxn modelId="{D921D3B5-526E-A64E-BFF6-431F04B5817D}" type="presParOf" srcId="{6AA0F497-315B-2943-BE39-C8135A7A570D}" destId="{42A81D6F-EAEE-3F4B-9CCD-9626A1DCF5F4}" srcOrd="4" destOrd="0" presId="urn:microsoft.com/office/officeart/2005/8/layout/StepDownProcess"/>
    <dgm:cxn modelId="{4D35AD15-DEEA-1644-9F68-3A7693BDD3E5}" type="presParOf" srcId="{42A81D6F-EAEE-3F4B-9CCD-9626A1DCF5F4}" destId="{58794D49-456B-204A-82EA-4032AAF316FF}" srcOrd="0" destOrd="0" presId="urn:microsoft.com/office/officeart/2005/8/layout/StepDownProcess"/>
    <dgm:cxn modelId="{4E38447B-63BA-164A-92C5-6032A7C80110}" type="presParOf" srcId="{42A81D6F-EAEE-3F4B-9CCD-9626A1DCF5F4}" destId="{D319D3E6-7F5E-2640-B69C-0192C916D57E}" srcOrd="1" destOrd="0" presId="urn:microsoft.com/office/officeart/2005/8/layout/StepDownProcess"/>
    <dgm:cxn modelId="{94EF1118-F0EE-9A4A-A40D-2F17FD1E484E}" type="presParOf" srcId="{42A81D6F-EAEE-3F4B-9CCD-9626A1DCF5F4}" destId="{97B65F8B-8BE8-7A4B-92FD-B1F68262CB52}" srcOrd="2" destOrd="0" presId="urn:microsoft.com/office/officeart/2005/8/layout/StepDownProcess"/>
    <dgm:cxn modelId="{8408A40A-40CB-8546-BAAE-5969FE68D574}" type="presParOf" srcId="{6AA0F497-315B-2943-BE39-C8135A7A570D}" destId="{C28D3928-E011-5E4F-83EB-F5AC47984D16}" srcOrd="5" destOrd="0" presId="urn:microsoft.com/office/officeart/2005/8/layout/StepDownProcess"/>
    <dgm:cxn modelId="{F1B894EE-2A43-7244-AEA9-E62EEA85A95E}" type="presParOf" srcId="{6AA0F497-315B-2943-BE39-C8135A7A570D}" destId="{2C8EAEEF-7C9B-6E4C-B863-BB438FF4E1D5}" srcOrd="6" destOrd="0" presId="urn:microsoft.com/office/officeart/2005/8/layout/StepDownProcess"/>
    <dgm:cxn modelId="{4EFEE3F4-E17A-3043-AEED-A4037BD619A2}" type="presParOf" srcId="{2C8EAEEF-7C9B-6E4C-B863-BB438FF4E1D5}" destId="{F28DFC99-F14F-6E40-A4FF-45FDA5045163}" srcOrd="0" destOrd="0" presId="urn:microsoft.com/office/officeart/2005/8/layout/StepDownProcess"/>
    <dgm:cxn modelId="{2A15DA5E-753B-3A41-A9DD-A184E610DF3E}" type="presParOf" srcId="{2C8EAEEF-7C9B-6E4C-B863-BB438FF4E1D5}" destId="{49CCC1B1-91FA-B740-9348-F4C39031CC6B}" srcOrd="1" destOrd="0" presId="urn:microsoft.com/office/officeart/2005/8/layout/StepDownProcess"/>
    <dgm:cxn modelId="{77A54970-84C9-6141-B2EE-0F735D6A82DE}" type="presParOf" srcId="{2C8EAEEF-7C9B-6E4C-B863-BB438FF4E1D5}" destId="{6D605938-2C28-874D-AFDB-12328762215E}" srcOrd="2" destOrd="0" presId="urn:microsoft.com/office/officeart/2005/8/layout/StepDownProcess"/>
    <dgm:cxn modelId="{B116D81D-54D0-FF42-A41B-74798781EF57}" type="presParOf" srcId="{6AA0F497-315B-2943-BE39-C8135A7A570D}" destId="{85311AC5-BFD4-3347-99BC-D88883988004}" srcOrd="7" destOrd="0" presId="urn:microsoft.com/office/officeart/2005/8/layout/StepDownProcess"/>
    <dgm:cxn modelId="{09DEBB78-70A4-8347-8481-1719473CE956}" type="presParOf" srcId="{6AA0F497-315B-2943-BE39-C8135A7A570D}" destId="{6087B690-D0EE-3F4E-97CA-1EFC142FEAEB}" srcOrd="8" destOrd="0" presId="urn:microsoft.com/office/officeart/2005/8/layout/StepDownProcess"/>
    <dgm:cxn modelId="{3E535025-C56E-CF49-9504-9658ED3A287B}" type="presParOf" srcId="{6087B690-D0EE-3F4E-97CA-1EFC142FEAEB}" destId="{EC5AED3C-BB16-B743-A557-A54E8E26AC84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BDE9D7-55BC-45D3-BF00-FE70EE49BEC7}" type="doc">
      <dgm:prSet loTypeId="urn:microsoft.com/office/officeart/2005/8/layout/default" loCatId="List" qsTypeId="urn:microsoft.com/office/officeart/2005/8/quickstyle/3d1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73C36FC6-B20E-424F-B9DE-829F801008AE}">
      <dgm:prSet/>
      <dgm:spPr/>
      <dgm:t>
        <a:bodyPr/>
        <a:lstStyle/>
        <a:p>
          <a:pPr>
            <a:buNone/>
          </a:pPr>
          <a:r>
            <a:rPr lang="en-US" dirty="0"/>
            <a:t>Fraud is rarely isolated behavior</a:t>
          </a:r>
        </a:p>
      </dgm:t>
    </dgm:pt>
    <dgm:pt modelId="{7B3A190F-2FD4-D34D-80FE-4C7695578218}" type="parTrans" cxnId="{9736F0D7-EBEF-6740-982C-855352A333E1}">
      <dgm:prSet/>
      <dgm:spPr/>
      <dgm:t>
        <a:bodyPr/>
        <a:lstStyle/>
        <a:p>
          <a:endParaRPr lang="en-US"/>
        </a:p>
      </dgm:t>
    </dgm:pt>
    <dgm:pt modelId="{FB58DDD4-6883-D04D-9953-41ED7C9A7A99}" type="sibTrans" cxnId="{9736F0D7-EBEF-6740-982C-855352A333E1}">
      <dgm:prSet/>
      <dgm:spPr/>
      <dgm:t>
        <a:bodyPr/>
        <a:lstStyle/>
        <a:p>
          <a:endParaRPr lang="en-US"/>
        </a:p>
      </dgm:t>
    </dgm:pt>
    <dgm:pt modelId="{30AE9138-F449-9046-999B-CAACD0AD737C}">
      <dgm:prSet/>
      <dgm:spPr/>
      <dgm:t>
        <a:bodyPr/>
        <a:lstStyle/>
        <a:p>
          <a:pPr>
            <a:buNone/>
          </a:pPr>
          <a:r>
            <a:rPr lang="en-US" dirty="0"/>
            <a:t>Often involves networks of accounts</a:t>
          </a:r>
        </a:p>
      </dgm:t>
    </dgm:pt>
    <dgm:pt modelId="{6D51C5F8-F788-7C4D-99EB-8243FE990CD1}" type="parTrans" cxnId="{DA989639-5F89-1743-9C1E-5C5A1360A19C}">
      <dgm:prSet/>
      <dgm:spPr/>
      <dgm:t>
        <a:bodyPr/>
        <a:lstStyle/>
        <a:p>
          <a:endParaRPr lang="en-US"/>
        </a:p>
      </dgm:t>
    </dgm:pt>
    <dgm:pt modelId="{7C7D7204-6981-EB46-B708-4D37D1B92D89}" type="sibTrans" cxnId="{DA989639-5F89-1743-9C1E-5C5A1360A19C}">
      <dgm:prSet/>
      <dgm:spPr/>
      <dgm:t>
        <a:bodyPr/>
        <a:lstStyle/>
        <a:p>
          <a:endParaRPr lang="en-US"/>
        </a:p>
      </dgm:t>
    </dgm:pt>
    <dgm:pt modelId="{6C25B0FF-272B-2840-ADC2-8663AA2D31F1}">
      <dgm:prSet/>
      <dgm:spPr/>
      <dgm:t>
        <a:bodyPr/>
        <a:lstStyle/>
        <a:p>
          <a:pPr>
            <a:buNone/>
          </a:pPr>
          <a:r>
            <a:rPr lang="en-US" dirty="0"/>
            <a:t>Traditional row-based analysis misses relationships</a:t>
          </a:r>
        </a:p>
      </dgm:t>
    </dgm:pt>
    <dgm:pt modelId="{DD175D21-47AC-A84E-B002-72C2B5EB7CFA}" type="parTrans" cxnId="{5AEA3055-B78B-3040-8CC4-6952B6482CD8}">
      <dgm:prSet/>
      <dgm:spPr/>
      <dgm:t>
        <a:bodyPr/>
        <a:lstStyle/>
        <a:p>
          <a:endParaRPr lang="en-US"/>
        </a:p>
      </dgm:t>
    </dgm:pt>
    <dgm:pt modelId="{D71F35E5-1A63-BA4C-8C0D-3246D2F96D44}" type="sibTrans" cxnId="{5AEA3055-B78B-3040-8CC4-6952B6482CD8}">
      <dgm:prSet/>
      <dgm:spPr/>
      <dgm:t>
        <a:bodyPr/>
        <a:lstStyle/>
        <a:p>
          <a:endParaRPr lang="en-US"/>
        </a:p>
      </dgm:t>
    </dgm:pt>
    <dgm:pt modelId="{EC2FEC5F-9E4F-2C4C-A280-7D19F8566E72}" type="pres">
      <dgm:prSet presAssocID="{4BBDE9D7-55BC-45D3-BF00-FE70EE49BEC7}" presName="diagram" presStyleCnt="0">
        <dgm:presLayoutVars>
          <dgm:dir/>
          <dgm:resizeHandles val="exact"/>
        </dgm:presLayoutVars>
      </dgm:prSet>
      <dgm:spPr/>
    </dgm:pt>
    <dgm:pt modelId="{923AD17E-C7D4-7145-BF1F-66D384CD8C30}" type="pres">
      <dgm:prSet presAssocID="{73C36FC6-B20E-424F-B9DE-829F801008AE}" presName="node" presStyleLbl="node1" presStyleIdx="0" presStyleCnt="3">
        <dgm:presLayoutVars>
          <dgm:bulletEnabled val="1"/>
        </dgm:presLayoutVars>
      </dgm:prSet>
      <dgm:spPr/>
    </dgm:pt>
    <dgm:pt modelId="{47C353D2-327C-4B44-A6C4-A7DCF86ED81E}" type="pres">
      <dgm:prSet presAssocID="{FB58DDD4-6883-D04D-9953-41ED7C9A7A99}" presName="sibTrans" presStyleCnt="0"/>
      <dgm:spPr/>
    </dgm:pt>
    <dgm:pt modelId="{2EB7E45E-44CF-C448-84A8-33A81171E1DB}" type="pres">
      <dgm:prSet presAssocID="{30AE9138-F449-9046-999B-CAACD0AD737C}" presName="node" presStyleLbl="node1" presStyleIdx="1" presStyleCnt="3">
        <dgm:presLayoutVars>
          <dgm:bulletEnabled val="1"/>
        </dgm:presLayoutVars>
      </dgm:prSet>
      <dgm:spPr/>
    </dgm:pt>
    <dgm:pt modelId="{24515AA0-C9E9-4340-9736-72764685E467}" type="pres">
      <dgm:prSet presAssocID="{7C7D7204-6981-EB46-B708-4D37D1B92D89}" presName="sibTrans" presStyleCnt="0"/>
      <dgm:spPr/>
    </dgm:pt>
    <dgm:pt modelId="{7883DAE6-241D-DA45-ACB7-D7D91013141A}" type="pres">
      <dgm:prSet presAssocID="{6C25B0FF-272B-2840-ADC2-8663AA2D31F1}" presName="node" presStyleLbl="node1" presStyleIdx="2" presStyleCnt="3" custScaleX="160733">
        <dgm:presLayoutVars>
          <dgm:bulletEnabled val="1"/>
        </dgm:presLayoutVars>
      </dgm:prSet>
      <dgm:spPr/>
    </dgm:pt>
  </dgm:ptLst>
  <dgm:cxnLst>
    <dgm:cxn modelId="{DA989639-5F89-1743-9C1E-5C5A1360A19C}" srcId="{4BBDE9D7-55BC-45D3-BF00-FE70EE49BEC7}" destId="{30AE9138-F449-9046-999B-CAACD0AD737C}" srcOrd="1" destOrd="0" parTransId="{6D51C5F8-F788-7C4D-99EB-8243FE990CD1}" sibTransId="{7C7D7204-6981-EB46-B708-4D37D1B92D89}"/>
    <dgm:cxn modelId="{5AEA3055-B78B-3040-8CC4-6952B6482CD8}" srcId="{4BBDE9D7-55BC-45D3-BF00-FE70EE49BEC7}" destId="{6C25B0FF-272B-2840-ADC2-8663AA2D31F1}" srcOrd="2" destOrd="0" parTransId="{DD175D21-47AC-A84E-B002-72C2B5EB7CFA}" sibTransId="{D71F35E5-1A63-BA4C-8C0D-3246D2F96D44}"/>
    <dgm:cxn modelId="{3886CA6D-32DE-C04C-85E2-78BB86CFF308}" type="presOf" srcId="{6C25B0FF-272B-2840-ADC2-8663AA2D31F1}" destId="{7883DAE6-241D-DA45-ACB7-D7D91013141A}" srcOrd="0" destOrd="0" presId="urn:microsoft.com/office/officeart/2005/8/layout/default"/>
    <dgm:cxn modelId="{0D9A2E9D-C24E-DF40-A452-16D29B86DC4C}" type="presOf" srcId="{30AE9138-F449-9046-999B-CAACD0AD737C}" destId="{2EB7E45E-44CF-C448-84A8-33A81171E1DB}" srcOrd="0" destOrd="0" presId="urn:microsoft.com/office/officeart/2005/8/layout/default"/>
    <dgm:cxn modelId="{DA65B3A2-5D4B-6242-9CAD-10951B508C90}" type="presOf" srcId="{4BBDE9D7-55BC-45D3-BF00-FE70EE49BEC7}" destId="{EC2FEC5F-9E4F-2C4C-A280-7D19F8566E72}" srcOrd="0" destOrd="0" presId="urn:microsoft.com/office/officeart/2005/8/layout/default"/>
    <dgm:cxn modelId="{9736F0D7-EBEF-6740-982C-855352A333E1}" srcId="{4BBDE9D7-55BC-45D3-BF00-FE70EE49BEC7}" destId="{73C36FC6-B20E-424F-B9DE-829F801008AE}" srcOrd="0" destOrd="0" parTransId="{7B3A190F-2FD4-D34D-80FE-4C7695578218}" sibTransId="{FB58DDD4-6883-D04D-9953-41ED7C9A7A99}"/>
    <dgm:cxn modelId="{B31B1ADB-0457-894B-9211-FD969381349B}" type="presOf" srcId="{73C36FC6-B20E-424F-B9DE-829F801008AE}" destId="{923AD17E-C7D4-7145-BF1F-66D384CD8C30}" srcOrd="0" destOrd="0" presId="urn:microsoft.com/office/officeart/2005/8/layout/default"/>
    <dgm:cxn modelId="{F934AFAE-55A9-804F-A7F6-BF9971261766}" type="presParOf" srcId="{EC2FEC5F-9E4F-2C4C-A280-7D19F8566E72}" destId="{923AD17E-C7D4-7145-BF1F-66D384CD8C30}" srcOrd="0" destOrd="0" presId="urn:microsoft.com/office/officeart/2005/8/layout/default"/>
    <dgm:cxn modelId="{2EE7250A-7DE9-5D4A-A04E-E31578B3C821}" type="presParOf" srcId="{EC2FEC5F-9E4F-2C4C-A280-7D19F8566E72}" destId="{47C353D2-327C-4B44-A6C4-A7DCF86ED81E}" srcOrd="1" destOrd="0" presId="urn:microsoft.com/office/officeart/2005/8/layout/default"/>
    <dgm:cxn modelId="{0CA96EF5-ED46-BB49-B98F-4FEF9A31E402}" type="presParOf" srcId="{EC2FEC5F-9E4F-2C4C-A280-7D19F8566E72}" destId="{2EB7E45E-44CF-C448-84A8-33A81171E1DB}" srcOrd="2" destOrd="0" presId="urn:microsoft.com/office/officeart/2005/8/layout/default"/>
    <dgm:cxn modelId="{0825E9EE-E876-3F4D-A76F-88CA6038D367}" type="presParOf" srcId="{EC2FEC5F-9E4F-2C4C-A280-7D19F8566E72}" destId="{24515AA0-C9E9-4340-9736-72764685E467}" srcOrd="3" destOrd="0" presId="urn:microsoft.com/office/officeart/2005/8/layout/default"/>
    <dgm:cxn modelId="{F4939D5D-2C93-7745-86FC-7B7AD9A81EAE}" type="presParOf" srcId="{EC2FEC5F-9E4F-2C4C-A280-7D19F8566E72}" destId="{7883DAE6-241D-DA45-ACB7-D7D91013141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BDE9D7-55BC-45D3-BF00-FE70EE49BEC7}" type="doc">
      <dgm:prSet loTypeId="urn:microsoft.com/office/officeart/2005/8/layout/vList4" loCatId="List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3C36FC6-B20E-424F-B9DE-829F801008AE}">
      <dgm:prSet/>
      <dgm:spPr/>
      <dgm:t>
        <a:bodyPr/>
        <a:lstStyle/>
        <a:p>
          <a:pPr>
            <a:buNone/>
          </a:pPr>
          <a:r>
            <a:rPr lang="en-US" dirty="0"/>
            <a:t>Nodes → Accounts</a:t>
          </a:r>
        </a:p>
      </dgm:t>
    </dgm:pt>
    <dgm:pt modelId="{7B3A190F-2FD4-D34D-80FE-4C7695578218}" type="parTrans" cxnId="{9736F0D7-EBEF-6740-982C-855352A333E1}">
      <dgm:prSet/>
      <dgm:spPr/>
      <dgm:t>
        <a:bodyPr/>
        <a:lstStyle/>
        <a:p>
          <a:endParaRPr lang="en-US"/>
        </a:p>
      </dgm:t>
    </dgm:pt>
    <dgm:pt modelId="{FB58DDD4-6883-D04D-9953-41ED7C9A7A99}" type="sibTrans" cxnId="{9736F0D7-EBEF-6740-982C-855352A333E1}">
      <dgm:prSet/>
      <dgm:spPr/>
      <dgm:t>
        <a:bodyPr/>
        <a:lstStyle/>
        <a:p>
          <a:endParaRPr lang="en-US"/>
        </a:p>
      </dgm:t>
    </dgm:pt>
    <dgm:pt modelId="{F5ADCE9D-31A9-4343-B35D-1D6DA1C5F020}">
      <dgm:prSet/>
      <dgm:spPr/>
      <dgm:t>
        <a:bodyPr/>
        <a:lstStyle/>
        <a:p>
          <a:pPr>
            <a:buNone/>
          </a:pPr>
          <a:r>
            <a:rPr lang="en-US" dirty="0"/>
            <a:t>Edges → Transactions</a:t>
          </a:r>
        </a:p>
      </dgm:t>
    </dgm:pt>
    <dgm:pt modelId="{748941DE-1CB1-8546-BA65-80B1B3DDCA2C}" type="parTrans" cxnId="{DCE5878D-6E83-1E4B-832F-E6952C60D4E3}">
      <dgm:prSet/>
      <dgm:spPr/>
      <dgm:t>
        <a:bodyPr/>
        <a:lstStyle/>
        <a:p>
          <a:endParaRPr lang="en-US"/>
        </a:p>
      </dgm:t>
    </dgm:pt>
    <dgm:pt modelId="{450D8FB1-3A69-1A41-AC51-492B81AA3D6E}" type="sibTrans" cxnId="{DCE5878D-6E83-1E4B-832F-E6952C60D4E3}">
      <dgm:prSet/>
      <dgm:spPr/>
      <dgm:t>
        <a:bodyPr/>
        <a:lstStyle/>
        <a:p>
          <a:endParaRPr lang="en-US"/>
        </a:p>
      </dgm:t>
    </dgm:pt>
    <dgm:pt modelId="{87B35764-4965-C143-AA29-AE78251B8D27}">
      <dgm:prSet/>
      <dgm:spPr/>
      <dgm:t>
        <a:bodyPr/>
        <a:lstStyle/>
        <a:p>
          <a:pPr>
            <a:buNone/>
          </a:pPr>
          <a:r>
            <a:rPr lang="en-US"/>
            <a:t>Captures </a:t>
          </a:r>
          <a:r>
            <a:rPr lang="en-US" dirty="0"/>
            <a:t>flow of money between entities</a:t>
          </a:r>
        </a:p>
      </dgm:t>
    </dgm:pt>
    <dgm:pt modelId="{8EF3FB6B-4D48-1344-963A-9F965897682F}" type="parTrans" cxnId="{1FF57944-4178-6141-9329-53A6AC7DB758}">
      <dgm:prSet/>
      <dgm:spPr/>
      <dgm:t>
        <a:bodyPr/>
        <a:lstStyle/>
        <a:p>
          <a:endParaRPr lang="en-US"/>
        </a:p>
      </dgm:t>
    </dgm:pt>
    <dgm:pt modelId="{59BB1E3D-78AB-7A43-982C-4A6742236063}" type="sibTrans" cxnId="{1FF57944-4178-6141-9329-53A6AC7DB758}">
      <dgm:prSet/>
      <dgm:spPr/>
      <dgm:t>
        <a:bodyPr/>
        <a:lstStyle/>
        <a:p>
          <a:endParaRPr lang="en-US"/>
        </a:p>
      </dgm:t>
    </dgm:pt>
    <dgm:pt modelId="{4AB0400C-B93A-D64E-AA10-4F1F87B777E6}" type="pres">
      <dgm:prSet presAssocID="{4BBDE9D7-55BC-45D3-BF00-FE70EE49BEC7}" presName="linear" presStyleCnt="0">
        <dgm:presLayoutVars>
          <dgm:dir/>
          <dgm:resizeHandles val="exact"/>
        </dgm:presLayoutVars>
      </dgm:prSet>
      <dgm:spPr/>
    </dgm:pt>
    <dgm:pt modelId="{70899AA0-BA11-5340-B5A8-DFA845891CEB}" type="pres">
      <dgm:prSet presAssocID="{73C36FC6-B20E-424F-B9DE-829F801008AE}" presName="comp" presStyleCnt="0"/>
      <dgm:spPr/>
    </dgm:pt>
    <dgm:pt modelId="{B9C96EA7-7D99-1243-A357-3BC6AE7762D5}" type="pres">
      <dgm:prSet presAssocID="{73C36FC6-B20E-424F-B9DE-829F801008AE}" presName="box" presStyleLbl="node1" presStyleIdx="0" presStyleCnt="3" custLinFactNeighborX="1396" custLinFactNeighborY="-52581"/>
      <dgm:spPr/>
    </dgm:pt>
    <dgm:pt modelId="{5A9114B9-E8C0-E54E-9551-2E9852BE53A1}" type="pres">
      <dgm:prSet presAssocID="{73C36FC6-B20E-424F-B9DE-829F801008AE}" presName="img" presStyleLbl="fgImgPlace1" presStyleIdx="0" presStyleCnt="3"/>
      <dgm:spPr/>
    </dgm:pt>
    <dgm:pt modelId="{663A771E-2721-5B41-AA56-E4159C1EC395}" type="pres">
      <dgm:prSet presAssocID="{73C36FC6-B20E-424F-B9DE-829F801008AE}" presName="text" presStyleLbl="node1" presStyleIdx="0" presStyleCnt="3">
        <dgm:presLayoutVars>
          <dgm:bulletEnabled val="1"/>
        </dgm:presLayoutVars>
      </dgm:prSet>
      <dgm:spPr/>
    </dgm:pt>
    <dgm:pt modelId="{F8A80D92-5FED-7A4E-8F86-4D3D96587ADC}" type="pres">
      <dgm:prSet presAssocID="{FB58DDD4-6883-D04D-9953-41ED7C9A7A99}" presName="spacer" presStyleCnt="0"/>
      <dgm:spPr/>
    </dgm:pt>
    <dgm:pt modelId="{AD786960-5CA8-1C46-8AC3-BC997AD6700D}" type="pres">
      <dgm:prSet presAssocID="{F5ADCE9D-31A9-4343-B35D-1D6DA1C5F020}" presName="comp" presStyleCnt="0"/>
      <dgm:spPr/>
    </dgm:pt>
    <dgm:pt modelId="{5E982D1B-A5E3-AC47-98F8-D25F65F0322B}" type="pres">
      <dgm:prSet presAssocID="{F5ADCE9D-31A9-4343-B35D-1D6DA1C5F020}" presName="box" presStyleLbl="node1" presStyleIdx="1" presStyleCnt="3"/>
      <dgm:spPr/>
    </dgm:pt>
    <dgm:pt modelId="{554156DD-A1E1-6840-BC07-794515B3CDBB}" type="pres">
      <dgm:prSet presAssocID="{F5ADCE9D-31A9-4343-B35D-1D6DA1C5F020}" presName="img" presStyleLbl="fgImgPlace1" presStyleIdx="1" presStyleCnt="3"/>
      <dgm:spPr/>
    </dgm:pt>
    <dgm:pt modelId="{06631ABD-FDF6-C34D-BCB9-CD9F992FD263}" type="pres">
      <dgm:prSet presAssocID="{F5ADCE9D-31A9-4343-B35D-1D6DA1C5F020}" presName="text" presStyleLbl="node1" presStyleIdx="1" presStyleCnt="3">
        <dgm:presLayoutVars>
          <dgm:bulletEnabled val="1"/>
        </dgm:presLayoutVars>
      </dgm:prSet>
      <dgm:spPr/>
    </dgm:pt>
    <dgm:pt modelId="{CC256C7E-01A6-A24E-8107-3974992D242E}" type="pres">
      <dgm:prSet presAssocID="{450D8FB1-3A69-1A41-AC51-492B81AA3D6E}" presName="spacer" presStyleCnt="0"/>
      <dgm:spPr/>
    </dgm:pt>
    <dgm:pt modelId="{F1AD4600-CFF8-214E-BB0E-5E70D79614E5}" type="pres">
      <dgm:prSet presAssocID="{87B35764-4965-C143-AA29-AE78251B8D27}" presName="comp" presStyleCnt="0"/>
      <dgm:spPr/>
    </dgm:pt>
    <dgm:pt modelId="{32D81C36-80DE-9646-93E0-2D277FAD61CA}" type="pres">
      <dgm:prSet presAssocID="{87B35764-4965-C143-AA29-AE78251B8D27}" presName="box" presStyleLbl="node1" presStyleIdx="2" presStyleCnt="3"/>
      <dgm:spPr/>
    </dgm:pt>
    <dgm:pt modelId="{BDE7C4E7-C05B-654B-803C-A822F2116CDC}" type="pres">
      <dgm:prSet presAssocID="{87B35764-4965-C143-AA29-AE78251B8D27}" presName="img" presStyleLbl="fgImgPlace1" presStyleIdx="2" presStyleCnt="3"/>
      <dgm:spPr/>
    </dgm:pt>
    <dgm:pt modelId="{BF9DFDE2-3953-0D44-B970-08C05FBC69AE}" type="pres">
      <dgm:prSet presAssocID="{87B35764-4965-C143-AA29-AE78251B8D27}" presName="text" presStyleLbl="node1" presStyleIdx="2" presStyleCnt="3">
        <dgm:presLayoutVars>
          <dgm:bulletEnabled val="1"/>
        </dgm:presLayoutVars>
      </dgm:prSet>
      <dgm:spPr/>
    </dgm:pt>
  </dgm:ptLst>
  <dgm:cxnLst>
    <dgm:cxn modelId="{B46F1730-D4AA-FF45-B868-6A6DC70C7096}" type="presOf" srcId="{87B35764-4965-C143-AA29-AE78251B8D27}" destId="{BF9DFDE2-3953-0D44-B970-08C05FBC69AE}" srcOrd="1" destOrd="0" presId="urn:microsoft.com/office/officeart/2005/8/layout/vList4"/>
    <dgm:cxn modelId="{4058533B-8D70-D94B-85C5-8500BFBFE15D}" type="presOf" srcId="{4BBDE9D7-55BC-45D3-BF00-FE70EE49BEC7}" destId="{4AB0400C-B93A-D64E-AA10-4F1F87B777E6}" srcOrd="0" destOrd="0" presId="urn:microsoft.com/office/officeart/2005/8/layout/vList4"/>
    <dgm:cxn modelId="{1FF57944-4178-6141-9329-53A6AC7DB758}" srcId="{4BBDE9D7-55BC-45D3-BF00-FE70EE49BEC7}" destId="{87B35764-4965-C143-AA29-AE78251B8D27}" srcOrd="2" destOrd="0" parTransId="{8EF3FB6B-4D48-1344-963A-9F965897682F}" sibTransId="{59BB1E3D-78AB-7A43-982C-4A6742236063}"/>
    <dgm:cxn modelId="{499F9846-518E-2345-86A0-6EFF7AD82D57}" type="presOf" srcId="{87B35764-4965-C143-AA29-AE78251B8D27}" destId="{32D81C36-80DE-9646-93E0-2D277FAD61CA}" srcOrd="0" destOrd="0" presId="urn:microsoft.com/office/officeart/2005/8/layout/vList4"/>
    <dgm:cxn modelId="{DCE5878D-6E83-1E4B-832F-E6952C60D4E3}" srcId="{4BBDE9D7-55BC-45D3-BF00-FE70EE49BEC7}" destId="{F5ADCE9D-31A9-4343-B35D-1D6DA1C5F020}" srcOrd="1" destOrd="0" parTransId="{748941DE-1CB1-8546-BA65-80B1B3DDCA2C}" sibTransId="{450D8FB1-3A69-1A41-AC51-492B81AA3D6E}"/>
    <dgm:cxn modelId="{E0027494-8A08-9045-ACEB-AE8D4A0EB25A}" type="presOf" srcId="{F5ADCE9D-31A9-4343-B35D-1D6DA1C5F020}" destId="{06631ABD-FDF6-C34D-BCB9-CD9F992FD263}" srcOrd="1" destOrd="0" presId="urn:microsoft.com/office/officeart/2005/8/layout/vList4"/>
    <dgm:cxn modelId="{093ED6BA-21E0-E642-AEDB-6C7BF31B6D80}" type="presOf" srcId="{73C36FC6-B20E-424F-B9DE-829F801008AE}" destId="{663A771E-2721-5B41-AA56-E4159C1EC395}" srcOrd="1" destOrd="0" presId="urn:microsoft.com/office/officeart/2005/8/layout/vList4"/>
    <dgm:cxn modelId="{2997CEC4-76D5-6943-82BB-BC6DD8C8C465}" type="presOf" srcId="{73C36FC6-B20E-424F-B9DE-829F801008AE}" destId="{B9C96EA7-7D99-1243-A357-3BC6AE7762D5}" srcOrd="0" destOrd="0" presId="urn:microsoft.com/office/officeart/2005/8/layout/vList4"/>
    <dgm:cxn modelId="{9736F0D7-EBEF-6740-982C-855352A333E1}" srcId="{4BBDE9D7-55BC-45D3-BF00-FE70EE49BEC7}" destId="{73C36FC6-B20E-424F-B9DE-829F801008AE}" srcOrd="0" destOrd="0" parTransId="{7B3A190F-2FD4-D34D-80FE-4C7695578218}" sibTransId="{FB58DDD4-6883-D04D-9953-41ED7C9A7A99}"/>
    <dgm:cxn modelId="{A0C599FA-62C8-8848-85E8-24F3A639DD6E}" type="presOf" srcId="{F5ADCE9D-31A9-4343-B35D-1D6DA1C5F020}" destId="{5E982D1B-A5E3-AC47-98F8-D25F65F0322B}" srcOrd="0" destOrd="0" presId="urn:microsoft.com/office/officeart/2005/8/layout/vList4"/>
    <dgm:cxn modelId="{230BB494-203A-BD45-AFD2-FC8F8A9A936B}" type="presParOf" srcId="{4AB0400C-B93A-D64E-AA10-4F1F87B777E6}" destId="{70899AA0-BA11-5340-B5A8-DFA845891CEB}" srcOrd="0" destOrd="0" presId="urn:microsoft.com/office/officeart/2005/8/layout/vList4"/>
    <dgm:cxn modelId="{CFD24B2B-AE1F-364E-BBC2-5F33B65D470D}" type="presParOf" srcId="{70899AA0-BA11-5340-B5A8-DFA845891CEB}" destId="{B9C96EA7-7D99-1243-A357-3BC6AE7762D5}" srcOrd="0" destOrd="0" presId="urn:microsoft.com/office/officeart/2005/8/layout/vList4"/>
    <dgm:cxn modelId="{B5CD0104-07D2-E240-B59C-CB3374EC2DB5}" type="presParOf" srcId="{70899AA0-BA11-5340-B5A8-DFA845891CEB}" destId="{5A9114B9-E8C0-E54E-9551-2E9852BE53A1}" srcOrd="1" destOrd="0" presId="urn:microsoft.com/office/officeart/2005/8/layout/vList4"/>
    <dgm:cxn modelId="{FFD00659-3BB5-AD41-B1A4-8DF9F7BE3BD2}" type="presParOf" srcId="{70899AA0-BA11-5340-B5A8-DFA845891CEB}" destId="{663A771E-2721-5B41-AA56-E4159C1EC395}" srcOrd="2" destOrd="0" presId="urn:microsoft.com/office/officeart/2005/8/layout/vList4"/>
    <dgm:cxn modelId="{F407D37D-8C0F-6846-9062-6550ED7E8945}" type="presParOf" srcId="{4AB0400C-B93A-D64E-AA10-4F1F87B777E6}" destId="{F8A80D92-5FED-7A4E-8F86-4D3D96587ADC}" srcOrd="1" destOrd="0" presId="urn:microsoft.com/office/officeart/2005/8/layout/vList4"/>
    <dgm:cxn modelId="{06A5CDAA-935F-A04C-B95C-9725F2498EBA}" type="presParOf" srcId="{4AB0400C-B93A-D64E-AA10-4F1F87B777E6}" destId="{AD786960-5CA8-1C46-8AC3-BC997AD6700D}" srcOrd="2" destOrd="0" presId="urn:microsoft.com/office/officeart/2005/8/layout/vList4"/>
    <dgm:cxn modelId="{803A0027-7007-ED46-8409-0D112AC1DDCE}" type="presParOf" srcId="{AD786960-5CA8-1C46-8AC3-BC997AD6700D}" destId="{5E982D1B-A5E3-AC47-98F8-D25F65F0322B}" srcOrd="0" destOrd="0" presId="urn:microsoft.com/office/officeart/2005/8/layout/vList4"/>
    <dgm:cxn modelId="{F5CA7A01-4F5E-4C48-B033-E4C0E5AB8046}" type="presParOf" srcId="{AD786960-5CA8-1C46-8AC3-BC997AD6700D}" destId="{554156DD-A1E1-6840-BC07-794515B3CDBB}" srcOrd="1" destOrd="0" presId="urn:microsoft.com/office/officeart/2005/8/layout/vList4"/>
    <dgm:cxn modelId="{F5E9682A-4124-6B4D-A2C4-D712B125642C}" type="presParOf" srcId="{AD786960-5CA8-1C46-8AC3-BC997AD6700D}" destId="{06631ABD-FDF6-C34D-BCB9-CD9F992FD263}" srcOrd="2" destOrd="0" presId="urn:microsoft.com/office/officeart/2005/8/layout/vList4"/>
    <dgm:cxn modelId="{335E4B6C-23EC-A542-9B24-0C321DE1DF23}" type="presParOf" srcId="{4AB0400C-B93A-D64E-AA10-4F1F87B777E6}" destId="{CC256C7E-01A6-A24E-8107-3974992D242E}" srcOrd="3" destOrd="0" presId="urn:microsoft.com/office/officeart/2005/8/layout/vList4"/>
    <dgm:cxn modelId="{48845A0E-772B-8C45-B2AC-3A98A8FF5557}" type="presParOf" srcId="{4AB0400C-B93A-D64E-AA10-4F1F87B777E6}" destId="{F1AD4600-CFF8-214E-BB0E-5E70D79614E5}" srcOrd="4" destOrd="0" presId="urn:microsoft.com/office/officeart/2005/8/layout/vList4"/>
    <dgm:cxn modelId="{9C86FE86-59E9-5C40-BBD7-42E938B32DC2}" type="presParOf" srcId="{F1AD4600-CFF8-214E-BB0E-5E70D79614E5}" destId="{32D81C36-80DE-9646-93E0-2D277FAD61CA}" srcOrd="0" destOrd="0" presId="urn:microsoft.com/office/officeart/2005/8/layout/vList4"/>
    <dgm:cxn modelId="{6CFF48BD-4BEA-384D-9B1E-DD744EDF881C}" type="presParOf" srcId="{F1AD4600-CFF8-214E-BB0E-5E70D79614E5}" destId="{BDE7C4E7-C05B-654B-803C-A822F2116CDC}" srcOrd="1" destOrd="0" presId="urn:microsoft.com/office/officeart/2005/8/layout/vList4"/>
    <dgm:cxn modelId="{1F74494B-AA06-3F4D-9084-5F3CDBDD0BB9}" type="presParOf" srcId="{F1AD4600-CFF8-214E-BB0E-5E70D79614E5}" destId="{BF9DFDE2-3953-0D44-B970-08C05FBC69A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BDE9D7-55BC-45D3-BF00-FE70EE49BEC7}" type="doc">
      <dgm:prSet loTypeId="urn:microsoft.com/office/officeart/2005/8/layout/hList1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3C36FC6-B20E-424F-B9DE-829F801008AE}">
      <dgm:prSet/>
      <dgm:spPr/>
      <dgm:t>
        <a:bodyPr/>
        <a:lstStyle/>
        <a:p>
          <a:pPr>
            <a:buNone/>
          </a:pPr>
          <a:r>
            <a:rPr lang="en-US" dirty="0"/>
            <a:t>Transfer → Cash-Out</a:t>
          </a:r>
        </a:p>
      </dgm:t>
    </dgm:pt>
    <dgm:pt modelId="{7B3A190F-2FD4-D34D-80FE-4C7695578218}" type="parTrans" cxnId="{9736F0D7-EBEF-6740-982C-855352A333E1}">
      <dgm:prSet/>
      <dgm:spPr/>
      <dgm:t>
        <a:bodyPr/>
        <a:lstStyle/>
        <a:p>
          <a:endParaRPr lang="en-US"/>
        </a:p>
      </dgm:t>
    </dgm:pt>
    <dgm:pt modelId="{FB58DDD4-6883-D04D-9953-41ED7C9A7A99}" type="sibTrans" cxnId="{9736F0D7-EBEF-6740-982C-855352A333E1}">
      <dgm:prSet/>
      <dgm:spPr/>
      <dgm:t>
        <a:bodyPr/>
        <a:lstStyle/>
        <a:p>
          <a:endParaRPr lang="en-US"/>
        </a:p>
      </dgm:t>
    </dgm:pt>
    <dgm:pt modelId="{FC1E456C-8538-7F45-9E01-D01CB268F3C2}">
      <dgm:prSet/>
      <dgm:spPr/>
      <dgm:t>
        <a:bodyPr/>
        <a:lstStyle/>
        <a:p>
          <a:pPr>
            <a:buNone/>
          </a:pPr>
          <a:r>
            <a:rPr lang="en-US" dirty="0"/>
            <a:t>Fan-In / Fan-Out</a:t>
          </a:r>
        </a:p>
      </dgm:t>
    </dgm:pt>
    <dgm:pt modelId="{1A1C9C7D-1470-F244-9075-B84268813910}" type="parTrans" cxnId="{33DEE913-2DC8-3946-A704-74B61C5FEBB2}">
      <dgm:prSet/>
      <dgm:spPr/>
      <dgm:t>
        <a:bodyPr/>
        <a:lstStyle/>
        <a:p>
          <a:endParaRPr lang="en-US"/>
        </a:p>
      </dgm:t>
    </dgm:pt>
    <dgm:pt modelId="{F2008789-E602-6545-BFE2-DDF8ABA1BFA6}" type="sibTrans" cxnId="{33DEE913-2DC8-3946-A704-74B61C5FEBB2}">
      <dgm:prSet/>
      <dgm:spPr/>
      <dgm:t>
        <a:bodyPr/>
        <a:lstStyle/>
        <a:p>
          <a:endParaRPr lang="en-US"/>
        </a:p>
      </dgm:t>
    </dgm:pt>
    <dgm:pt modelId="{304A67CD-8633-A848-8752-7E8D3C8CAC37}">
      <dgm:prSet/>
      <dgm:spPr/>
      <dgm:t>
        <a:bodyPr/>
        <a:lstStyle/>
        <a:p>
          <a:pPr>
            <a:buNone/>
          </a:pPr>
          <a:r>
            <a:rPr lang="en-US" dirty="0"/>
            <a:t>Drain Behavior</a:t>
          </a:r>
        </a:p>
      </dgm:t>
    </dgm:pt>
    <dgm:pt modelId="{55D0E209-F1D1-C948-82A9-EF671619D0F4}" type="parTrans" cxnId="{9B47911C-AE9C-784D-A63F-6069A3E3FF59}">
      <dgm:prSet/>
      <dgm:spPr/>
      <dgm:t>
        <a:bodyPr/>
        <a:lstStyle/>
        <a:p>
          <a:endParaRPr lang="en-US"/>
        </a:p>
      </dgm:t>
    </dgm:pt>
    <dgm:pt modelId="{61AE7BF4-3D14-554C-88E3-DBD5A3DE473B}" type="sibTrans" cxnId="{9B47911C-AE9C-784D-A63F-6069A3E3FF59}">
      <dgm:prSet/>
      <dgm:spPr/>
      <dgm:t>
        <a:bodyPr/>
        <a:lstStyle/>
        <a:p>
          <a:endParaRPr lang="en-US"/>
        </a:p>
      </dgm:t>
    </dgm:pt>
    <dgm:pt modelId="{CFAC1478-164F-9943-A743-0697ACCA9F89}">
      <dgm:prSet/>
      <dgm:spPr/>
      <dgm:t>
        <a:bodyPr/>
        <a:lstStyle/>
        <a:p>
          <a:pPr>
            <a:buNone/>
          </a:pPr>
          <a:r>
            <a:rPr lang="en-US" dirty="0"/>
            <a:t>Dense Communities (Rings)</a:t>
          </a:r>
        </a:p>
      </dgm:t>
    </dgm:pt>
    <dgm:pt modelId="{5DFEACE8-C017-524F-B031-E0DC4CC4E4AB}" type="parTrans" cxnId="{5EFEAF16-2335-BD45-8BDD-065A3EB9E6D4}">
      <dgm:prSet/>
      <dgm:spPr/>
      <dgm:t>
        <a:bodyPr/>
        <a:lstStyle/>
        <a:p>
          <a:endParaRPr lang="en-US"/>
        </a:p>
      </dgm:t>
    </dgm:pt>
    <dgm:pt modelId="{97D0A6BD-3CDD-C248-B923-7BD49265C6A0}" type="sibTrans" cxnId="{5EFEAF16-2335-BD45-8BDD-065A3EB9E6D4}">
      <dgm:prSet/>
      <dgm:spPr/>
      <dgm:t>
        <a:bodyPr/>
        <a:lstStyle/>
        <a:p>
          <a:endParaRPr lang="en-US"/>
        </a:p>
      </dgm:t>
    </dgm:pt>
    <dgm:pt modelId="{52E7D173-ADE9-F747-B07C-1E186491A43F}">
      <dgm:prSet/>
      <dgm:spPr/>
      <dgm:t>
        <a:bodyPr/>
        <a:lstStyle/>
        <a:p>
          <a:pPr>
            <a:buNone/>
          </a:pPr>
          <a:r>
            <a:rPr lang="en-US" dirty="0"/>
            <a:t>Guilt by Association</a:t>
          </a:r>
        </a:p>
      </dgm:t>
    </dgm:pt>
    <dgm:pt modelId="{B4866D4A-B192-7741-A28A-5E1CB49DF958}" type="parTrans" cxnId="{713A0273-9F45-924B-A4DA-E158D8CD3ECB}">
      <dgm:prSet/>
      <dgm:spPr/>
      <dgm:t>
        <a:bodyPr/>
        <a:lstStyle/>
        <a:p>
          <a:endParaRPr lang="en-US"/>
        </a:p>
      </dgm:t>
    </dgm:pt>
    <dgm:pt modelId="{66D00A3C-4097-B74D-B69E-3E2445CF3877}" type="sibTrans" cxnId="{713A0273-9F45-924B-A4DA-E158D8CD3ECB}">
      <dgm:prSet/>
      <dgm:spPr/>
      <dgm:t>
        <a:bodyPr/>
        <a:lstStyle/>
        <a:p>
          <a:endParaRPr lang="en-US"/>
        </a:p>
      </dgm:t>
    </dgm:pt>
    <dgm:pt modelId="{A7085C22-A1FA-E049-BA38-9CDAFF6FACAE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Rapid Movement Pattern</a:t>
          </a:r>
          <a:endParaRPr lang="en-US" dirty="0">
            <a:solidFill>
              <a:schemeClr val="tx1"/>
            </a:solidFill>
          </a:endParaRPr>
        </a:p>
      </dgm:t>
    </dgm:pt>
    <dgm:pt modelId="{3D2A7FFD-7A35-4B4A-A54F-2BEA93BC82F0}" type="parTrans" cxnId="{A1C0F6CC-E66B-6742-878C-035A63CD5A90}">
      <dgm:prSet/>
      <dgm:spPr/>
      <dgm:t>
        <a:bodyPr/>
        <a:lstStyle/>
        <a:p>
          <a:endParaRPr lang="en-US"/>
        </a:p>
      </dgm:t>
    </dgm:pt>
    <dgm:pt modelId="{817100A9-FFFF-554E-83D2-751A1C2EE6FB}" type="sibTrans" cxnId="{A1C0F6CC-E66B-6742-878C-035A63CD5A90}">
      <dgm:prSet/>
      <dgm:spPr/>
      <dgm:t>
        <a:bodyPr/>
        <a:lstStyle/>
        <a:p>
          <a:endParaRPr lang="en-US"/>
        </a:p>
      </dgm:t>
    </dgm:pt>
    <dgm:pt modelId="{F5C556B5-A51B-094E-8ED8-A30973C0321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Transfer followed by cash-out within 1–2 steps </a:t>
          </a:r>
        </a:p>
      </dgm:t>
    </dgm:pt>
    <dgm:pt modelId="{3F9FC0D4-1589-B541-A8F1-FCD3ED40853F}" type="parTrans" cxnId="{E65A956B-61CB-BB4A-A395-15BC33C36FC6}">
      <dgm:prSet/>
      <dgm:spPr/>
      <dgm:t>
        <a:bodyPr/>
        <a:lstStyle/>
        <a:p>
          <a:endParaRPr lang="en-US"/>
        </a:p>
      </dgm:t>
    </dgm:pt>
    <dgm:pt modelId="{0CF002C1-8AC5-034E-A34C-84D288EA611C}" type="sibTrans" cxnId="{E65A956B-61CB-BB4A-A395-15BC33C36FC6}">
      <dgm:prSet/>
      <dgm:spPr/>
      <dgm:t>
        <a:bodyPr/>
        <a:lstStyle/>
        <a:p>
          <a:endParaRPr lang="en-US"/>
        </a:p>
      </dgm:t>
    </dgm:pt>
    <dgm:pt modelId="{70283F69-F6E8-4B4D-9544-DD4B50A040D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Strong indicator of fraud behavior</a:t>
          </a:r>
        </a:p>
      </dgm:t>
    </dgm:pt>
    <dgm:pt modelId="{2D4E286B-4CFF-5E4A-9BAD-7B0FEF4B49BB}" type="parTrans" cxnId="{B3A1AC2C-46F5-8245-9D5F-8C95A74278BD}">
      <dgm:prSet/>
      <dgm:spPr/>
      <dgm:t>
        <a:bodyPr/>
        <a:lstStyle/>
        <a:p>
          <a:endParaRPr lang="en-US"/>
        </a:p>
      </dgm:t>
    </dgm:pt>
    <dgm:pt modelId="{EC2F9EEE-4881-EC48-B40A-C6965C2DBE43}" type="sibTrans" cxnId="{B3A1AC2C-46F5-8245-9D5F-8C95A74278BD}">
      <dgm:prSet/>
      <dgm:spPr/>
      <dgm:t>
        <a:bodyPr/>
        <a:lstStyle/>
        <a:p>
          <a:endParaRPr lang="en-US"/>
        </a:p>
      </dgm:t>
    </dgm:pt>
    <dgm:pt modelId="{E2EAD142-E1DD-9F46-B592-DB50E8FD818E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Unusual Connectivity</a:t>
          </a:r>
          <a:endParaRPr lang="en-US" dirty="0">
            <a:solidFill>
              <a:schemeClr val="tx1"/>
            </a:solidFill>
          </a:endParaRPr>
        </a:p>
      </dgm:t>
    </dgm:pt>
    <dgm:pt modelId="{65CE06E6-E5F4-AD4D-BAE7-6085866D3570}" type="parTrans" cxnId="{5D79CFF8-4F74-3144-ABBB-1EAC76F784F9}">
      <dgm:prSet/>
      <dgm:spPr/>
      <dgm:t>
        <a:bodyPr/>
        <a:lstStyle/>
        <a:p>
          <a:endParaRPr lang="en-US"/>
        </a:p>
      </dgm:t>
    </dgm:pt>
    <dgm:pt modelId="{FE42490A-563A-A548-A9F0-B90285562F08}" type="sibTrans" cxnId="{5D79CFF8-4F74-3144-ABBB-1EAC76F784F9}">
      <dgm:prSet/>
      <dgm:spPr/>
      <dgm:t>
        <a:bodyPr/>
        <a:lstStyle/>
        <a:p>
          <a:endParaRPr lang="en-US"/>
        </a:p>
      </dgm:t>
    </dgm:pt>
    <dgm:pt modelId="{84CA77ED-035F-3B43-AF58-46EC034B9D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Accounts with abnormal number of connections </a:t>
          </a:r>
        </a:p>
      </dgm:t>
    </dgm:pt>
    <dgm:pt modelId="{6BCC1961-E448-E84B-81DE-9A726CCB824C}" type="parTrans" cxnId="{2C143C53-00E9-DA41-B5A6-75099D5C3256}">
      <dgm:prSet/>
      <dgm:spPr/>
      <dgm:t>
        <a:bodyPr/>
        <a:lstStyle/>
        <a:p>
          <a:endParaRPr lang="en-US"/>
        </a:p>
      </dgm:t>
    </dgm:pt>
    <dgm:pt modelId="{49269197-0EE9-B746-B69F-7CF30123B9EC}" type="sibTrans" cxnId="{2C143C53-00E9-DA41-B5A6-75099D5C3256}">
      <dgm:prSet/>
      <dgm:spPr/>
      <dgm:t>
        <a:bodyPr/>
        <a:lstStyle/>
        <a:p>
          <a:endParaRPr lang="en-US"/>
        </a:p>
      </dgm:t>
    </dgm:pt>
    <dgm:pt modelId="{3122267D-856A-AB46-AA4A-EAA73D0F0B0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Threshold: &gt; 3 standard deviations above mean </a:t>
          </a:r>
        </a:p>
      </dgm:t>
    </dgm:pt>
    <dgm:pt modelId="{63CE6CF9-D0FB-9240-A82E-EC9BD5A9AB2F}" type="parTrans" cxnId="{1B7E448F-D383-1B42-B075-4D88271AFC85}">
      <dgm:prSet/>
      <dgm:spPr/>
      <dgm:t>
        <a:bodyPr/>
        <a:lstStyle/>
        <a:p>
          <a:endParaRPr lang="en-US"/>
        </a:p>
      </dgm:t>
    </dgm:pt>
    <dgm:pt modelId="{FDE596F9-144E-554A-AFDC-386CF587A779}" type="sibTrans" cxnId="{1B7E448F-D383-1B42-B075-4D88271AFC85}">
      <dgm:prSet/>
      <dgm:spPr/>
      <dgm:t>
        <a:bodyPr/>
        <a:lstStyle/>
        <a:p>
          <a:endParaRPr lang="en-US"/>
        </a:p>
      </dgm:t>
    </dgm:pt>
    <dgm:pt modelId="{15063998-B9F2-9742-91BA-5F80CCA1F5D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Grouped by time step for short-term spikes</a:t>
          </a:r>
        </a:p>
      </dgm:t>
    </dgm:pt>
    <dgm:pt modelId="{61E8E9E5-492E-7B46-8768-369452BB2877}" type="parTrans" cxnId="{A38DCC77-CF90-204C-8D5F-72516E07FCF1}">
      <dgm:prSet/>
      <dgm:spPr/>
      <dgm:t>
        <a:bodyPr/>
        <a:lstStyle/>
        <a:p>
          <a:endParaRPr lang="en-US"/>
        </a:p>
      </dgm:t>
    </dgm:pt>
    <dgm:pt modelId="{D596D2F7-2AD3-194F-8B57-6D1ABD519383}" type="sibTrans" cxnId="{A38DCC77-CF90-204C-8D5F-72516E07FCF1}">
      <dgm:prSet/>
      <dgm:spPr/>
      <dgm:t>
        <a:bodyPr/>
        <a:lstStyle/>
        <a:p>
          <a:endParaRPr lang="en-US"/>
        </a:p>
      </dgm:t>
    </dgm:pt>
    <dgm:pt modelId="{549A2542-3162-7A4B-B114-A42F969CBBA0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Rapid Outflow</a:t>
          </a:r>
          <a:endParaRPr lang="en-US" dirty="0">
            <a:solidFill>
              <a:schemeClr val="tx1"/>
            </a:solidFill>
          </a:endParaRPr>
        </a:p>
      </dgm:t>
    </dgm:pt>
    <dgm:pt modelId="{69C2D0A1-2ED3-0743-9B95-695CC137873E}" type="parTrans" cxnId="{C4F556CD-99F4-BD4B-831C-0F330E9394B3}">
      <dgm:prSet/>
      <dgm:spPr/>
      <dgm:t>
        <a:bodyPr/>
        <a:lstStyle/>
        <a:p>
          <a:endParaRPr lang="en-US"/>
        </a:p>
      </dgm:t>
    </dgm:pt>
    <dgm:pt modelId="{3E2C730F-87F0-174C-B6A4-8308E72F5BA7}" type="sibTrans" cxnId="{C4F556CD-99F4-BD4B-831C-0F330E9394B3}">
      <dgm:prSet/>
      <dgm:spPr/>
      <dgm:t>
        <a:bodyPr/>
        <a:lstStyle/>
        <a:p>
          <a:endParaRPr lang="en-US"/>
        </a:p>
      </dgm:t>
    </dgm:pt>
    <dgm:pt modelId="{89F8F2C2-9358-FF4F-AFF5-5E0B80EDBB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Account receives funds </a:t>
          </a:r>
        </a:p>
      </dgm:t>
    </dgm:pt>
    <dgm:pt modelId="{2B54C59A-C54B-5A4C-9770-9B5C6FCEF1C0}" type="parTrans" cxnId="{95F4BE60-AE6E-1149-8CC2-C7BBA95E8E9A}">
      <dgm:prSet/>
      <dgm:spPr/>
      <dgm:t>
        <a:bodyPr/>
        <a:lstStyle/>
        <a:p>
          <a:endParaRPr lang="en-US"/>
        </a:p>
      </dgm:t>
    </dgm:pt>
    <dgm:pt modelId="{343E9B27-E512-8441-BD89-715E8BF1D4E9}" type="sibTrans" cxnId="{95F4BE60-AE6E-1149-8CC2-C7BBA95E8E9A}">
      <dgm:prSet/>
      <dgm:spPr/>
      <dgm:t>
        <a:bodyPr/>
        <a:lstStyle/>
        <a:p>
          <a:endParaRPr lang="en-US"/>
        </a:p>
      </dgm:t>
    </dgm:pt>
    <dgm:pt modelId="{A6F9509A-1FBB-8748-BB20-5655105C16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Quickly transfers them out </a:t>
          </a:r>
        </a:p>
      </dgm:t>
    </dgm:pt>
    <dgm:pt modelId="{FE00BDAA-D08B-884F-9908-3079A6F03AD9}" type="parTrans" cxnId="{7ADACF0E-1F2C-5A46-826B-AA447010741F}">
      <dgm:prSet/>
      <dgm:spPr/>
      <dgm:t>
        <a:bodyPr/>
        <a:lstStyle/>
        <a:p>
          <a:endParaRPr lang="en-US"/>
        </a:p>
      </dgm:t>
    </dgm:pt>
    <dgm:pt modelId="{0D378556-9A5F-2946-A32D-FA9B356A90A8}" type="sibTrans" cxnId="{7ADACF0E-1F2C-5A46-826B-AA447010741F}">
      <dgm:prSet/>
      <dgm:spPr/>
      <dgm:t>
        <a:bodyPr/>
        <a:lstStyle/>
        <a:p>
          <a:endParaRPr lang="en-US"/>
        </a:p>
      </dgm:t>
    </dgm:pt>
    <dgm:pt modelId="{A469958B-C605-CA43-B239-7DF20C604C5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Time window: 10 steps</a:t>
          </a:r>
        </a:p>
      </dgm:t>
    </dgm:pt>
    <dgm:pt modelId="{30C84D4F-C4F2-074A-95B1-3EAF3AB48442}" type="parTrans" cxnId="{5589C002-8D05-084E-8AF5-71A974B7C69D}">
      <dgm:prSet/>
      <dgm:spPr/>
      <dgm:t>
        <a:bodyPr/>
        <a:lstStyle/>
        <a:p>
          <a:endParaRPr lang="en-US"/>
        </a:p>
      </dgm:t>
    </dgm:pt>
    <dgm:pt modelId="{927721BA-0128-934E-B9D9-7598D8661A7C}" type="sibTrans" cxnId="{5589C002-8D05-084E-8AF5-71A974B7C69D}">
      <dgm:prSet/>
      <dgm:spPr/>
      <dgm:t>
        <a:bodyPr/>
        <a:lstStyle/>
        <a:p>
          <a:endParaRPr lang="en-US"/>
        </a:p>
      </dgm:t>
    </dgm:pt>
    <dgm:pt modelId="{AA8DBE19-0CE7-FC4E-800B-DD24F599DF6D}">
      <dgm:prSet/>
      <dgm:spPr/>
      <dgm:t>
        <a:bodyPr/>
        <a:lstStyle/>
        <a:p>
          <a:pPr>
            <a:buNone/>
          </a:pPr>
          <a:r>
            <a:rPr lang="en-US" b="1" dirty="0"/>
            <a:t>Coordinated Groups</a:t>
          </a:r>
          <a:endParaRPr lang="en-US" dirty="0"/>
        </a:p>
      </dgm:t>
    </dgm:pt>
    <dgm:pt modelId="{D83BA9E5-5BD0-884B-841B-8767C820632C}" type="parTrans" cxnId="{881763CA-ED64-3B42-8250-7C590C8F5B26}">
      <dgm:prSet/>
      <dgm:spPr/>
      <dgm:t>
        <a:bodyPr/>
        <a:lstStyle/>
        <a:p>
          <a:endParaRPr lang="en-US"/>
        </a:p>
      </dgm:t>
    </dgm:pt>
    <dgm:pt modelId="{D21E94BF-9D05-794A-B1C4-0A3259411407}" type="sibTrans" cxnId="{881763CA-ED64-3B42-8250-7C590C8F5B26}">
      <dgm:prSet/>
      <dgm:spPr/>
      <dgm:t>
        <a:bodyPr/>
        <a:lstStyle/>
        <a:p>
          <a:endParaRPr lang="en-US"/>
        </a:p>
      </dgm:t>
    </dgm:pt>
    <dgm:pt modelId="{A07EB9ED-9BB5-994C-8762-526A0C89D89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Louvain clustering used to detect communities </a:t>
          </a:r>
        </a:p>
      </dgm:t>
    </dgm:pt>
    <dgm:pt modelId="{E562F77D-97DC-BA4A-88F2-9C4012595FB7}" type="parTrans" cxnId="{E1028478-B41E-5D49-9491-A0D5AAB46BAC}">
      <dgm:prSet/>
      <dgm:spPr/>
      <dgm:t>
        <a:bodyPr/>
        <a:lstStyle/>
        <a:p>
          <a:endParaRPr lang="en-US"/>
        </a:p>
      </dgm:t>
    </dgm:pt>
    <dgm:pt modelId="{96582EFB-F40E-ED46-AC97-5074FB4F3FB2}" type="sibTrans" cxnId="{E1028478-B41E-5D49-9491-A0D5AAB46BAC}">
      <dgm:prSet/>
      <dgm:spPr/>
      <dgm:t>
        <a:bodyPr/>
        <a:lstStyle/>
        <a:p>
          <a:endParaRPr lang="en-US"/>
        </a:p>
      </dgm:t>
    </dgm:pt>
    <dgm:pt modelId="{A45E4BC8-1473-0248-BA2C-CFC49D2365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Small groups (3–15 accounts) </a:t>
          </a:r>
        </a:p>
      </dgm:t>
    </dgm:pt>
    <dgm:pt modelId="{84568E52-E5A7-494E-B8B9-BD4F7114B4BC}" type="parTrans" cxnId="{F71C8DE9-7248-7847-8FE2-2700EC8A1CAA}">
      <dgm:prSet/>
      <dgm:spPr/>
      <dgm:t>
        <a:bodyPr/>
        <a:lstStyle/>
        <a:p>
          <a:endParaRPr lang="en-US"/>
        </a:p>
      </dgm:t>
    </dgm:pt>
    <dgm:pt modelId="{84ABA59A-52C8-304C-A79F-A147A1CE2A38}" type="sibTrans" cxnId="{F71C8DE9-7248-7847-8FE2-2700EC8A1CAA}">
      <dgm:prSet/>
      <dgm:spPr/>
      <dgm:t>
        <a:bodyPr/>
        <a:lstStyle/>
        <a:p>
          <a:endParaRPr lang="en-US"/>
        </a:p>
      </dgm:t>
    </dgm:pt>
    <dgm:pt modelId="{BB88FF06-D9A4-4447-B452-56ECA0A91B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High internal transaction volume </a:t>
          </a:r>
        </a:p>
      </dgm:t>
    </dgm:pt>
    <dgm:pt modelId="{21E71D89-454A-A740-806B-F1D2D6F22B21}" type="parTrans" cxnId="{70DD0120-54E2-7D47-8FAE-B71ADEB766D3}">
      <dgm:prSet/>
      <dgm:spPr/>
      <dgm:t>
        <a:bodyPr/>
        <a:lstStyle/>
        <a:p>
          <a:endParaRPr lang="en-US"/>
        </a:p>
      </dgm:t>
    </dgm:pt>
    <dgm:pt modelId="{30C21D42-BE36-F54B-A056-70B9D1907CD0}" type="sibTrans" cxnId="{70DD0120-54E2-7D47-8FAE-B71ADEB766D3}">
      <dgm:prSet/>
      <dgm:spPr/>
      <dgm:t>
        <a:bodyPr/>
        <a:lstStyle/>
        <a:p>
          <a:endParaRPr lang="en-US"/>
        </a:p>
      </dgm:t>
    </dgm:pt>
    <dgm:pt modelId="{C7E2E08A-9920-7445-A86C-937F3E53DA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High internal/external ratio</a:t>
          </a:r>
        </a:p>
      </dgm:t>
    </dgm:pt>
    <dgm:pt modelId="{168534E0-0591-854A-A055-C771AC9D352C}" type="parTrans" cxnId="{385D6042-0584-C844-8498-436C0733C44E}">
      <dgm:prSet/>
      <dgm:spPr/>
      <dgm:t>
        <a:bodyPr/>
        <a:lstStyle/>
        <a:p>
          <a:endParaRPr lang="en-US"/>
        </a:p>
      </dgm:t>
    </dgm:pt>
    <dgm:pt modelId="{ECABD6EE-EF5A-394A-BB07-2178B989BAD3}" type="sibTrans" cxnId="{385D6042-0584-C844-8498-436C0733C44E}">
      <dgm:prSet/>
      <dgm:spPr/>
      <dgm:t>
        <a:bodyPr/>
        <a:lstStyle/>
        <a:p>
          <a:endParaRPr lang="en-US"/>
        </a:p>
      </dgm:t>
    </dgm:pt>
    <dgm:pt modelId="{786ED517-F932-484A-887C-4E2133482B63}">
      <dgm:prSet/>
      <dgm:spPr/>
      <dgm:t>
        <a:bodyPr/>
        <a:lstStyle/>
        <a:p>
          <a:pPr>
            <a:buNone/>
          </a:pPr>
          <a:r>
            <a:rPr lang="en-US" b="1"/>
            <a:t>Network-Based Detection</a:t>
          </a:r>
          <a:endParaRPr lang="en-US" dirty="0"/>
        </a:p>
      </dgm:t>
    </dgm:pt>
    <dgm:pt modelId="{1CA14572-3A07-814E-A7E4-486B7DA6F18A}" type="parTrans" cxnId="{F3B1F805-F69D-5F41-B5DB-39EB16FA30BB}">
      <dgm:prSet/>
      <dgm:spPr/>
      <dgm:t>
        <a:bodyPr/>
        <a:lstStyle/>
        <a:p>
          <a:endParaRPr lang="en-US"/>
        </a:p>
      </dgm:t>
    </dgm:pt>
    <dgm:pt modelId="{91ECA08D-B027-2948-8534-5470973F9F68}" type="sibTrans" cxnId="{F3B1F805-F69D-5F41-B5DB-39EB16FA30BB}">
      <dgm:prSet/>
      <dgm:spPr/>
      <dgm:t>
        <a:bodyPr/>
        <a:lstStyle/>
        <a:p>
          <a:endParaRPr lang="en-US"/>
        </a:p>
      </dgm:t>
    </dgm:pt>
    <dgm:pt modelId="{076C1193-DBE7-2D4D-B222-AB7B450BB02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Accounts flagged if connected to flagged accounts </a:t>
          </a:r>
        </a:p>
      </dgm:t>
    </dgm:pt>
    <dgm:pt modelId="{4B1F3185-95C4-E949-99D0-CE12BFF3E3DB}" type="parTrans" cxnId="{F7C04F31-C00B-2046-A04B-1E1518459805}">
      <dgm:prSet/>
      <dgm:spPr/>
      <dgm:t>
        <a:bodyPr/>
        <a:lstStyle/>
        <a:p>
          <a:endParaRPr lang="en-US"/>
        </a:p>
      </dgm:t>
    </dgm:pt>
    <dgm:pt modelId="{3C237150-6A6E-AE48-AA6F-28351F4942E3}" type="sibTrans" cxnId="{F7C04F31-C00B-2046-A04B-1E1518459805}">
      <dgm:prSet/>
      <dgm:spPr/>
      <dgm:t>
        <a:bodyPr/>
        <a:lstStyle/>
        <a:p>
          <a:endParaRPr lang="en-US"/>
        </a:p>
      </dgm:t>
    </dgm:pt>
    <dgm:pt modelId="{4F2343D7-3719-064E-A899-C16F1D25C2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>
                  <a:lumMod val="75000"/>
                  <a:lumOff val="25000"/>
                </a:schemeClr>
              </a:solidFill>
            </a:rPr>
            <a:t>Threshold: ≥ 1 flagged neighbor</a:t>
          </a:r>
        </a:p>
      </dgm:t>
    </dgm:pt>
    <dgm:pt modelId="{6FBA01D1-C9A8-FA45-90D9-5E4200153571}" type="parTrans" cxnId="{EEF97E25-D93F-7E45-8E09-948B34A2CB24}">
      <dgm:prSet/>
      <dgm:spPr/>
      <dgm:t>
        <a:bodyPr/>
        <a:lstStyle/>
        <a:p>
          <a:endParaRPr lang="en-US"/>
        </a:p>
      </dgm:t>
    </dgm:pt>
    <dgm:pt modelId="{3785DB43-B090-0E4A-93A1-36CF8A3570BF}" type="sibTrans" cxnId="{EEF97E25-D93F-7E45-8E09-948B34A2CB24}">
      <dgm:prSet/>
      <dgm:spPr/>
      <dgm:t>
        <a:bodyPr/>
        <a:lstStyle/>
        <a:p>
          <a:endParaRPr lang="en-US"/>
        </a:p>
      </dgm:t>
    </dgm:pt>
    <dgm:pt modelId="{3F557ED2-B23F-0549-A200-B8B5D63427DC}" type="pres">
      <dgm:prSet presAssocID="{4BBDE9D7-55BC-45D3-BF00-FE70EE49BEC7}" presName="Name0" presStyleCnt="0">
        <dgm:presLayoutVars>
          <dgm:dir/>
          <dgm:animLvl val="lvl"/>
          <dgm:resizeHandles val="exact"/>
        </dgm:presLayoutVars>
      </dgm:prSet>
      <dgm:spPr/>
    </dgm:pt>
    <dgm:pt modelId="{7DF7F2E3-A67F-7149-A1BE-1DF3353F9EC4}" type="pres">
      <dgm:prSet presAssocID="{73C36FC6-B20E-424F-B9DE-829F801008AE}" presName="composite" presStyleCnt="0"/>
      <dgm:spPr/>
    </dgm:pt>
    <dgm:pt modelId="{D5BFFB19-0D8A-9143-809A-3980333E36C4}" type="pres">
      <dgm:prSet presAssocID="{73C36FC6-B20E-424F-B9DE-829F801008AE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4A536394-E901-1341-BB20-7F71876C6C18}" type="pres">
      <dgm:prSet presAssocID="{73C36FC6-B20E-424F-B9DE-829F801008AE}" presName="desTx" presStyleLbl="alignAccFollowNode1" presStyleIdx="0" presStyleCnt="5">
        <dgm:presLayoutVars>
          <dgm:bulletEnabled val="1"/>
        </dgm:presLayoutVars>
      </dgm:prSet>
      <dgm:spPr/>
    </dgm:pt>
    <dgm:pt modelId="{43409743-69B1-A643-8238-43C1FD3B8E27}" type="pres">
      <dgm:prSet presAssocID="{FB58DDD4-6883-D04D-9953-41ED7C9A7A99}" presName="space" presStyleCnt="0"/>
      <dgm:spPr/>
    </dgm:pt>
    <dgm:pt modelId="{0BE897C4-4F6F-9B40-BF2B-B87841B9DB9E}" type="pres">
      <dgm:prSet presAssocID="{FC1E456C-8538-7F45-9E01-D01CB268F3C2}" presName="composite" presStyleCnt="0"/>
      <dgm:spPr/>
    </dgm:pt>
    <dgm:pt modelId="{E4A1CAFC-4FBC-8445-99E1-D0114C70A751}" type="pres">
      <dgm:prSet presAssocID="{FC1E456C-8538-7F45-9E01-D01CB268F3C2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44B21EB-8D00-7146-88B0-130304FE23C6}" type="pres">
      <dgm:prSet presAssocID="{FC1E456C-8538-7F45-9E01-D01CB268F3C2}" presName="desTx" presStyleLbl="alignAccFollowNode1" presStyleIdx="1" presStyleCnt="5">
        <dgm:presLayoutVars>
          <dgm:bulletEnabled val="1"/>
        </dgm:presLayoutVars>
      </dgm:prSet>
      <dgm:spPr/>
    </dgm:pt>
    <dgm:pt modelId="{09A6E8FE-E6EA-434D-8FEF-CEA245F9D899}" type="pres">
      <dgm:prSet presAssocID="{F2008789-E602-6545-BFE2-DDF8ABA1BFA6}" presName="space" presStyleCnt="0"/>
      <dgm:spPr/>
    </dgm:pt>
    <dgm:pt modelId="{BD028413-F779-4C49-83A7-8796AECFFF01}" type="pres">
      <dgm:prSet presAssocID="{304A67CD-8633-A848-8752-7E8D3C8CAC37}" presName="composite" presStyleCnt="0"/>
      <dgm:spPr/>
    </dgm:pt>
    <dgm:pt modelId="{A7775862-494B-6A4D-8D32-2DA4B7586690}" type="pres">
      <dgm:prSet presAssocID="{304A67CD-8633-A848-8752-7E8D3C8CAC37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EF01A5E5-BBEF-1F4A-9B76-868AC77938F6}" type="pres">
      <dgm:prSet presAssocID="{304A67CD-8633-A848-8752-7E8D3C8CAC37}" presName="desTx" presStyleLbl="alignAccFollowNode1" presStyleIdx="2" presStyleCnt="5">
        <dgm:presLayoutVars>
          <dgm:bulletEnabled val="1"/>
        </dgm:presLayoutVars>
      </dgm:prSet>
      <dgm:spPr/>
    </dgm:pt>
    <dgm:pt modelId="{16EDBE4A-3411-1C44-9DC5-AAB73AC077DB}" type="pres">
      <dgm:prSet presAssocID="{61AE7BF4-3D14-554C-88E3-DBD5A3DE473B}" presName="space" presStyleCnt="0"/>
      <dgm:spPr/>
    </dgm:pt>
    <dgm:pt modelId="{AF589321-0F55-D94A-9908-61BEFDFFAC39}" type="pres">
      <dgm:prSet presAssocID="{CFAC1478-164F-9943-A743-0697ACCA9F89}" presName="composite" presStyleCnt="0"/>
      <dgm:spPr/>
    </dgm:pt>
    <dgm:pt modelId="{86A50789-553C-7243-9CA0-DE75B0401AD7}" type="pres">
      <dgm:prSet presAssocID="{CFAC1478-164F-9943-A743-0697ACCA9F8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088C8AFB-6E95-C349-9F3C-6926F57DA200}" type="pres">
      <dgm:prSet presAssocID="{CFAC1478-164F-9943-A743-0697ACCA9F89}" presName="desTx" presStyleLbl="alignAccFollowNode1" presStyleIdx="3" presStyleCnt="5">
        <dgm:presLayoutVars>
          <dgm:bulletEnabled val="1"/>
        </dgm:presLayoutVars>
      </dgm:prSet>
      <dgm:spPr/>
    </dgm:pt>
    <dgm:pt modelId="{B444D5C5-FCF1-BF45-9838-C5DAC53CACD2}" type="pres">
      <dgm:prSet presAssocID="{97D0A6BD-3CDD-C248-B923-7BD49265C6A0}" presName="space" presStyleCnt="0"/>
      <dgm:spPr/>
    </dgm:pt>
    <dgm:pt modelId="{DAF5CC7E-9F26-A74D-96B9-E11E34345E4F}" type="pres">
      <dgm:prSet presAssocID="{52E7D173-ADE9-F747-B07C-1E186491A43F}" presName="composite" presStyleCnt="0"/>
      <dgm:spPr/>
    </dgm:pt>
    <dgm:pt modelId="{7997C868-9762-D24E-897A-A0EBFB23B7A1}" type="pres">
      <dgm:prSet presAssocID="{52E7D173-ADE9-F747-B07C-1E186491A43F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D40D3976-D505-424E-89E1-114C8618AC2A}" type="pres">
      <dgm:prSet presAssocID="{52E7D173-ADE9-F747-B07C-1E186491A43F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5589C002-8D05-084E-8AF5-71A974B7C69D}" srcId="{549A2542-3162-7A4B-B114-A42F969CBBA0}" destId="{A469958B-C605-CA43-B239-7DF20C604C58}" srcOrd="2" destOrd="0" parTransId="{30C84D4F-C4F2-074A-95B1-3EAF3AB48442}" sibTransId="{927721BA-0128-934E-B9D9-7598D8661A7C}"/>
    <dgm:cxn modelId="{F3B1F805-F69D-5F41-B5DB-39EB16FA30BB}" srcId="{52E7D173-ADE9-F747-B07C-1E186491A43F}" destId="{786ED517-F932-484A-887C-4E2133482B63}" srcOrd="0" destOrd="0" parTransId="{1CA14572-3A07-814E-A7E4-486B7DA6F18A}" sibTransId="{91ECA08D-B027-2948-8534-5470973F9F68}"/>
    <dgm:cxn modelId="{7ADACF0E-1F2C-5A46-826B-AA447010741F}" srcId="{549A2542-3162-7A4B-B114-A42F969CBBA0}" destId="{A6F9509A-1FBB-8748-BB20-5655105C1672}" srcOrd="1" destOrd="0" parTransId="{FE00BDAA-D08B-884F-9908-3079A6F03AD9}" sibTransId="{0D378556-9A5F-2946-A32D-FA9B356A90A8}"/>
    <dgm:cxn modelId="{57401710-E7CE-A043-887D-7C2D719F3793}" type="presOf" srcId="{549A2542-3162-7A4B-B114-A42F969CBBA0}" destId="{EF01A5E5-BBEF-1F4A-9B76-868AC77938F6}" srcOrd="0" destOrd="0" presId="urn:microsoft.com/office/officeart/2005/8/layout/hList1"/>
    <dgm:cxn modelId="{33DEE913-2DC8-3946-A704-74B61C5FEBB2}" srcId="{4BBDE9D7-55BC-45D3-BF00-FE70EE49BEC7}" destId="{FC1E456C-8538-7F45-9E01-D01CB268F3C2}" srcOrd="1" destOrd="0" parTransId="{1A1C9C7D-1470-F244-9075-B84268813910}" sibTransId="{F2008789-E602-6545-BFE2-DDF8ABA1BFA6}"/>
    <dgm:cxn modelId="{5EFEAF16-2335-BD45-8BDD-065A3EB9E6D4}" srcId="{4BBDE9D7-55BC-45D3-BF00-FE70EE49BEC7}" destId="{CFAC1478-164F-9943-A743-0697ACCA9F89}" srcOrd="3" destOrd="0" parTransId="{5DFEACE8-C017-524F-B031-E0DC4CC4E4AB}" sibTransId="{97D0A6BD-3CDD-C248-B923-7BD49265C6A0}"/>
    <dgm:cxn modelId="{9B47911C-AE9C-784D-A63F-6069A3E3FF59}" srcId="{4BBDE9D7-55BC-45D3-BF00-FE70EE49BEC7}" destId="{304A67CD-8633-A848-8752-7E8D3C8CAC37}" srcOrd="2" destOrd="0" parTransId="{55D0E209-F1D1-C948-82A9-EF671619D0F4}" sibTransId="{61AE7BF4-3D14-554C-88E3-DBD5A3DE473B}"/>
    <dgm:cxn modelId="{70DD0120-54E2-7D47-8FAE-B71ADEB766D3}" srcId="{AA8DBE19-0CE7-FC4E-800B-DD24F599DF6D}" destId="{BB88FF06-D9A4-4447-B452-56ECA0A91BB7}" srcOrd="2" destOrd="0" parTransId="{21E71D89-454A-A740-806B-F1D2D6F22B21}" sibTransId="{30C21D42-BE36-F54B-A056-70B9D1907CD0}"/>
    <dgm:cxn modelId="{EEF97E25-D93F-7E45-8E09-948B34A2CB24}" srcId="{786ED517-F932-484A-887C-4E2133482B63}" destId="{4F2343D7-3719-064E-A899-C16F1D25C282}" srcOrd="1" destOrd="0" parTransId="{6FBA01D1-C9A8-FA45-90D9-5E4200153571}" sibTransId="{3785DB43-B090-0E4A-93A1-36CF8A3570BF}"/>
    <dgm:cxn modelId="{B3A1AC2C-46F5-8245-9D5F-8C95A74278BD}" srcId="{A7085C22-A1FA-E049-BA38-9CDAFF6FACAE}" destId="{70283F69-F6E8-4B4D-9544-DD4B50A040D5}" srcOrd="1" destOrd="0" parTransId="{2D4E286B-4CFF-5E4A-9BAD-7B0FEF4B49BB}" sibTransId="{EC2F9EEE-4881-EC48-B40A-C6965C2DBE43}"/>
    <dgm:cxn modelId="{F7C04F31-C00B-2046-A04B-1E1518459805}" srcId="{786ED517-F932-484A-887C-4E2133482B63}" destId="{076C1193-DBE7-2D4D-B222-AB7B450BB020}" srcOrd="0" destOrd="0" parTransId="{4B1F3185-95C4-E949-99D0-CE12BFF3E3DB}" sibTransId="{3C237150-6A6E-AE48-AA6F-28351F4942E3}"/>
    <dgm:cxn modelId="{65781437-8EA0-5849-90D6-6962FE14EFC4}" type="presOf" srcId="{304A67CD-8633-A848-8752-7E8D3C8CAC37}" destId="{A7775862-494B-6A4D-8D32-2DA4B7586690}" srcOrd="0" destOrd="0" presId="urn:microsoft.com/office/officeart/2005/8/layout/hList1"/>
    <dgm:cxn modelId="{BF76A139-DCDB-8F4D-92AD-0925A6250563}" type="presOf" srcId="{4F2343D7-3719-064E-A899-C16F1D25C282}" destId="{D40D3976-D505-424E-89E1-114C8618AC2A}" srcOrd="0" destOrd="2" presId="urn:microsoft.com/office/officeart/2005/8/layout/hList1"/>
    <dgm:cxn modelId="{385D6042-0584-C844-8498-436C0733C44E}" srcId="{AA8DBE19-0CE7-FC4E-800B-DD24F599DF6D}" destId="{C7E2E08A-9920-7445-A86C-937F3E53DA38}" srcOrd="3" destOrd="0" parTransId="{168534E0-0591-854A-A055-C771AC9D352C}" sibTransId="{ECABD6EE-EF5A-394A-BB07-2178B989BAD3}"/>
    <dgm:cxn modelId="{57AC0046-96D9-7348-AB85-BA4B9D894EE7}" type="presOf" srcId="{FC1E456C-8538-7F45-9E01-D01CB268F3C2}" destId="{E4A1CAFC-4FBC-8445-99E1-D0114C70A751}" srcOrd="0" destOrd="0" presId="urn:microsoft.com/office/officeart/2005/8/layout/hList1"/>
    <dgm:cxn modelId="{D7E93846-66D1-8E4C-B105-331EE1DBB9FC}" type="presOf" srcId="{52E7D173-ADE9-F747-B07C-1E186491A43F}" destId="{7997C868-9762-D24E-897A-A0EBFB23B7A1}" srcOrd="0" destOrd="0" presId="urn:microsoft.com/office/officeart/2005/8/layout/hList1"/>
    <dgm:cxn modelId="{FF021D4A-6AE2-8148-89CB-DACBB45D0278}" type="presOf" srcId="{73C36FC6-B20E-424F-B9DE-829F801008AE}" destId="{D5BFFB19-0D8A-9143-809A-3980333E36C4}" srcOrd="0" destOrd="0" presId="urn:microsoft.com/office/officeart/2005/8/layout/hList1"/>
    <dgm:cxn modelId="{DD12AB4D-F3C5-7145-A2E3-9C61BD442614}" type="presOf" srcId="{A7085C22-A1FA-E049-BA38-9CDAFF6FACAE}" destId="{4A536394-E901-1341-BB20-7F71876C6C18}" srcOrd="0" destOrd="0" presId="urn:microsoft.com/office/officeart/2005/8/layout/hList1"/>
    <dgm:cxn modelId="{2C143C53-00E9-DA41-B5A6-75099D5C3256}" srcId="{E2EAD142-E1DD-9F46-B592-DB50E8FD818E}" destId="{84CA77ED-035F-3B43-AF58-46EC034B9D7B}" srcOrd="0" destOrd="0" parTransId="{6BCC1961-E448-E84B-81DE-9A726CCB824C}" sibTransId="{49269197-0EE9-B746-B69F-7CF30123B9EC}"/>
    <dgm:cxn modelId="{A47AB259-8B20-1B49-B70D-D47CCC087FE6}" type="presOf" srcId="{786ED517-F932-484A-887C-4E2133482B63}" destId="{D40D3976-D505-424E-89E1-114C8618AC2A}" srcOrd="0" destOrd="0" presId="urn:microsoft.com/office/officeart/2005/8/layout/hList1"/>
    <dgm:cxn modelId="{7E4E8C5C-261F-BF4A-AD39-1AEE4C843227}" type="presOf" srcId="{076C1193-DBE7-2D4D-B222-AB7B450BB020}" destId="{D40D3976-D505-424E-89E1-114C8618AC2A}" srcOrd="0" destOrd="1" presId="urn:microsoft.com/office/officeart/2005/8/layout/hList1"/>
    <dgm:cxn modelId="{95F4BE60-AE6E-1149-8CC2-C7BBA95E8E9A}" srcId="{549A2542-3162-7A4B-B114-A42F969CBBA0}" destId="{89F8F2C2-9358-FF4F-AFF5-5E0B80EDBB80}" srcOrd="0" destOrd="0" parTransId="{2B54C59A-C54B-5A4C-9770-9B5C6FCEF1C0}" sibTransId="{343E9B27-E512-8441-BD89-715E8BF1D4E9}"/>
    <dgm:cxn modelId="{DD027662-D766-524B-B065-8B205A656330}" type="presOf" srcId="{CFAC1478-164F-9943-A743-0697ACCA9F89}" destId="{86A50789-553C-7243-9CA0-DE75B0401AD7}" srcOrd="0" destOrd="0" presId="urn:microsoft.com/office/officeart/2005/8/layout/hList1"/>
    <dgm:cxn modelId="{39C6B66A-84C0-4A44-ACF9-9AD552058E3A}" type="presOf" srcId="{E2EAD142-E1DD-9F46-B592-DB50E8FD818E}" destId="{544B21EB-8D00-7146-88B0-130304FE23C6}" srcOrd="0" destOrd="0" presId="urn:microsoft.com/office/officeart/2005/8/layout/hList1"/>
    <dgm:cxn modelId="{E65A956B-61CB-BB4A-A395-15BC33C36FC6}" srcId="{A7085C22-A1FA-E049-BA38-9CDAFF6FACAE}" destId="{F5C556B5-A51B-094E-8ED8-A30973C03212}" srcOrd="0" destOrd="0" parTransId="{3F9FC0D4-1589-B541-A8F1-FCD3ED40853F}" sibTransId="{0CF002C1-8AC5-034E-A34C-84D288EA611C}"/>
    <dgm:cxn modelId="{3F034C72-107C-7741-BB3A-5C60FE127668}" type="presOf" srcId="{F5C556B5-A51B-094E-8ED8-A30973C03212}" destId="{4A536394-E901-1341-BB20-7F71876C6C18}" srcOrd="0" destOrd="1" presId="urn:microsoft.com/office/officeart/2005/8/layout/hList1"/>
    <dgm:cxn modelId="{713A0273-9F45-924B-A4DA-E158D8CD3ECB}" srcId="{4BBDE9D7-55BC-45D3-BF00-FE70EE49BEC7}" destId="{52E7D173-ADE9-F747-B07C-1E186491A43F}" srcOrd="4" destOrd="0" parTransId="{B4866D4A-B192-7741-A28A-5E1CB49DF958}" sibTransId="{66D00A3C-4097-B74D-B69E-3E2445CF3877}"/>
    <dgm:cxn modelId="{2A8B6574-A987-5845-9196-11958B5B717C}" type="presOf" srcId="{A45E4BC8-1473-0248-BA2C-CFC49D23657D}" destId="{088C8AFB-6E95-C349-9F3C-6926F57DA200}" srcOrd="0" destOrd="2" presId="urn:microsoft.com/office/officeart/2005/8/layout/hList1"/>
    <dgm:cxn modelId="{A38DCC77-CF90-204C-8D5F-72516E07FCF1}" srcId="{E2EAD142-E1DD-9F46-B592-DB50E8FD818E}" destId="{15063998-B9F2-9742-91BA-5F80CCA1F5DA}" srcOrd="2" destOrd="0" parTransId="{61E8E9E5-492E-7B46-8768-369452BB2877}" sibTransId="{D596D2F7-2AD3-194F-8B57-6D1ABD519383}"/>
    <dgm:cxn modelId="{E1028478-B41E-5D49-9491-A0D5AAB46BAC}" srcId="{AA8DBE19-0CE7-FC4E-800B-DD24F599DF6D}" destId="{A07EB9ED-9BB5-994C-8762-526A0C89D89B}" srcOrd="0" destOrd="0" parTransId="{E562F77D-97DC-BA4A-88F2-9C4012595FB7}" sibTransId="{96582EFB-F40E-ED46-AC97-5074FB4F3FB2}"/>
    <dgm:cxn modelId="{B9CF1D86-7BF7-4746-A277-F9BE867BC65F}" type="presOf" srcId="{C7E2E08A-9920-7445-A86C-937F3E53DA38}" destId="{088C8AFB-6E95-C349-9F3C-6926F57DA200}" srcOrd="0" destOrd="4" presId="urn:microsoft.com/office/officeart/2005/8/layout/hList1"/>
    <dgm:cxn modelId="{1B7E448F-D383-1B42-B075-4D88271AFC85}" srcId="{E2EAD142-E1DD-9F46-B592-DB50E8FD818E}" destId="{3122267D-856A-AB46-AA4A-EAA73D0F0B00}" srcOrd="1" destOrd="0" parTransId="{63CE6CF9-D0FB-9240-A82E-EC9BD5A9AB2F}" sibTransId="{FDE596F9-144E-554A-AFDC-386CF587A779}"/>
    <dgm:cxn modelId="{740F579E-6C2E-F243-940D-4EAB66A4F796}" type="presOf" srcId="{89F8F2C2-9358-FF4F-AFF5-5E0B80EDBB80}" destId="{EF01A5E5-BBEF-1F4A-9B76-868AC77938F6}" srcOrd="0" destOrd="1" presId="urn:microsoft.com/office/officeart/2005/8/layout/hList1"/>
    <dgm:cxn modelId="{4C1472A0-F877-EC42-9F15-D49ADE23DE60}" type="presOf" srcId="{15063998-B9F2-9742-91BA-5F80CCA1F5DA}" destId="{544B21EB-8D00-7146-88B0-130304FE23C6}" srcOrd="0" destOrd="3" presId="urn:microsoft.com/office/officeart/2005/8/layout/hList1"/>
    <dgm:cxn modelId="{ECC017A7-1D02-6B46-8C29-9EC3E7CBBF2C}" type="presOf" srcId="{A6F9509A-1FBB-8748-BB20-5655105C1672}" destId="{EF01A5E5-BBEF-1F4A-9B76-868AC77938F6}" srcOrd="0" destOrd="2" presId="urn:microsoft.com/office/officeart/2005/8/layout/hList1"/>
    <dgm:cxn modelId="{FA668AB1-602C-7046-834E-1BA99658EB76}" type="presOf" srcId="{84CA77ED-035F-3B43-AF58-46EC034B9D7B}" destId="{544B21EB-8D00-7146-88B0-130304FE23C6}" srcOrd="0" destOrd="1" presId="urn:microsoft.com/office/officeart/2005/8/layout/hList1"/>
    <dgm:cxn modelId="{DCDA80B3-0818-294D-BD93-771F1D0C2DB5}" type="presOf" srcId="{AA8DBE19-0CE7-FC4E-800B-DD24F599DF6D}" destId="{088C8AFB-6E95-C349-9F3C-6926F57DA200}" srcOrd="0" destOrd="0" presId="urn:microsoft.com/office/officeart/2005/8/layout/hList1"/>
    <dgm:cxn modelId="{F137BFC4-0926-034D-AED1-8EED64927604}" type="presOf" srcId="{70283F69-F6E8-4B4D-9544-DD4B50A040D5}" destId="{4A536394-E901-1341-BB20-7F71876C6C18}" srcOrd="0" destOrd="2" presId="urn:microsoft.com/office/officeart/2005/8/layout/hList1"/>
    <dgm:cxn modelId="{881763CA-ED64-3B42-8250-7C590C8F5B26}" srcId="{CFAC1478-164F-9943-A743-0697ACCA9F89}" destId="{AA8DBE19-0CE7-FC4E-800B-DD24F599DF6D}" srcOrd="0" destOrd="0" parTransId="{D83BA9E5-5BD0-884B-841B-8767C820632C}" sibTransId="{D21E94BF-9D05-794A-B1C4-0A3259411407}"/>
    <dgm:cxn modelId="{A1C0F6CC-E66B-6742-878C-035A63CD5A90}" srcId="{73C36FC6-B20E-424F-B9DE-829F801008AE}" destId="{A7085C22-A1FA-E049-BA38-9CDAFF6FACAE}" srcOrd="0" destOrd="0" parTransId="{3D2A7FFD-7A35-4B4A-A54F-2BEA93BC82F0}" sibTransId="{817100A9-FFFF-554E-83D2-751A1C2EE6FB}"/>
    <dgm:cxn modelId="{C4F556CD-99F4-BD4B-831C-0F330E9394B3}" srcId="{304A67CD-8633-A848-8752-7E8D3C8CAC37}" destId="{549A2542-3162-7A4B-B114-A42F969CBBA0}" srcOrd="0" destOrd="0" parTransId="{69C2D0A1-2ED3-0743-9B95-695CC137873E}" sibTransId="{3E2C730F-87F0-174C-B6A4-8308E72F5BA7}"/>
    <dgm:cxn modelId="{F6C9D5D7-8ECF-464B-ADC9-5CEA4B8A1245}" type="presOf" srcId="{BB88FF06-D9A4-4447-B452-56ECA0A91BB7}" destId="{088C8AFB-6E95-C349-9F3C-6926F57DA200}" srcOrd="0" destOrd="3" presId="urn:microsoft.com/office/officeart/2005/8/layout/hList1"/>
    <dgm:cxn modelId="{9736F0D7-EBEF-6740-982C-855352A333E1}" srcId="{4BBDE9D7-55BC-45D3-BF00-FE70EE49BEC7}" destId="{73C36FC6-B20E-424F-B9DE-829F801008AE}" srcOrd="0" destOrd="0" parTransId="{7B3A190F-2FD4-D34D-80FE-4C7695578218}" sibTransId="{FB58DDD4-6883-D04D-9953-41ED7C9A7A99}"/>
    <dgm:cxn modelId="{B54B0CDD-85E8-B24A-8EEB-0F5AB0DBC86A}" type="presOf" srcId="{3122267D-856A-AB46-AA4A-EAA73D0F0B00}" destId="{544B21EB-8D00-7146-88B0-130304FE23C6}" srcOrd="0" destOrd="2" presId="urn:microsoft.com/office/officeart/2005/8/layout/hList1"/>
    <dgm:cxn modelId="{BDD87FE9-D0F7-2D44-939E-735A769C91BA}" type="presOf" srcId="{A469958B-C605-CA43-B239-7DF20C604C58}" destId="{EF01A5E5-BBEF-1F4A-9B76-868AC77938F6}" srcOrd="0" destOrd="3" presId="urn:microsoft.com/office/officeart/2005/8/layout/hList1"/>
    <dgm:cxn modelId="{F71C8DE9-7248-7847-8FE2-2700EC8A1CAA}" srcId="{AA8DBE19-0CE7-FC4E-800B-DD24F599DF6D}" destId="{A45E4BC8-1473-0248-BA2C-CFC49D23657D}" srcOrd="1" destOrd="0" parTransId="{84568E52-E5A7-494E-B8B9-BD4F7114B4BC}" sibTransId="{84ABA59A-52C8-304C-A79F-A147A1CE2A38}"/>
    <dgm:cxn modelId="{5D79CFF8-4F74-3144-ABBB-1EAC76F784F9}" srcId="{FC1E456C-8538-7F45-9E01-D01CB268F3C2}" destId="{E2EAD142-E1DD-9F46-B592-DB50E8FD818E}" srcOrd="0" destOrd="0" parTransId="{65CE06E6-E5F4-AD4D-BAE7-6085866D3570}" sibTransId="{FE42490A-563A-A548-A9F0-B90285562F08}"/>
    <dgm:cxn modelId="{9D7A69F9-9F41-EC41-9DC6-6A248F111458}" type="presOf" srcId="{4BBDE9D7-55BC-45D3-BF00-FE70EE49BEC7}" destId="{3F557ED2-B23F-0549-A200-B8B5D63427DC}" srcOrd="0" destOrd="0" presId="urn:microsoft.com/office/officeart/2005/8/layout/hList1"/>
    <dgm:cxn modelId="{1B56D3FF-D69F-C84E-BB01-54A8AE3F82E9}" type="presOf" srcId="{A07EB9ED-9BB5-994C-8762-526A0C89D89B}" destId="{088C8AFB-6E95-C349-9F3C-6926F57DA200}" srcOrd="0" destOrd="1" presId="urn:microsoft.com/office/officeart/2005/8/layout/hList1"/>
    <dgm:cxn modelId="{DDC2676A-3495-F24E-88B1-09C98D14FA07}" type="presParOf" srcId="{3F557ED2-B23F-0549-A200-B8B5D63427DC}" destId="{7DF7F2E3-A67F-7149-A1BE-1DF3353F9EC4}" srcOrd="0" destOrd="0" presId="urn:microsoft.com/office/officeart/2005/8/layout/hList1"/>
    <dgm:cxn modelId="{B031CCEE-09DC-0C4F-B878-AADF032ACB6E}" type="presParOf" srcId="{7DF7F2E3-A67F-7149-A1BE-1DF3353F9EC4}" destId="{D5BFFB19-0D8A-9143-809A-3980333E36C4}" srcOrd="0" destOrd="0" presId="urn:microsoft.com/office/officeart/2005/8/layout/hList1"/>
    <dgm:cxn modelId="{5E4A98FC-C582-EE4B-8C1D-AD118A33A9CC}" type="presParOf" srcId="{7DF7F2E3-A67F-7149-A1BE-1DF3353F9EC4}" destId="{4A536394-E901-1341-BB20-7F71876C6C18}" srcOrd="1" destOrd="0" presId="urn:microsoft.com/office/officeart/2005/8/layout/hList1"/>
    <dgm:cxn modelId="{BD3FDCCC-B61C-9749-8645-1ABC19400525}" type="presParOf" srcId="{3F557ED2-B23F-0549-A200-B8B5D63427DC}" destId="{43409743-69B1-A643-8238-43C1FD3B8E27}" srcOrd="1" destOrd="0" presId="urn:microsoft.com/office/officeart/2005/8/layout/hList1"/>
    <dgm:cxn modelId="{75C19704-796A-F742-AB21-86481A4EE28A}" type="presParOf" srcId="{3F557ED2-B23F-0549-A200-B8B5D63427DC}" destId="{0BE897C4-4F6F-9B40-BF2B-B87841B9DB9E}" srcOrd="2" destOrd="0" presId="urn:microsoft.com/office/officeart/2005/8/layout/hList1"/>
    <dgm:cxn modelId="{B27D1080-344D-7E42-99D5-745DD7230816}" type="presParOf" srcId="{0BE897C4-4F6F-9B40-BF2B-B87841B9DB9E}" destId="{E4A1CAFC-4FBC-8445-99E1-D0114C70A751}" srcOrd="0" destOrd="0" presId="urn:microsoft.com/office/officeart/2005/8/layout/hList1"/>
    <dgm:cxn modelId="{2DF84940-98BB-6344-BD7D-BFE7CF4A81C7}" type="presParOf" srcId="{0BE897C4-4F6F-9B40-BF2B-B87841B9DB9E}" destId="{544B21EB-8D00-7146-88B0-130304FE23C6}" srcOrd="1" destOrd="0" presId="urn:microsoft.com/office/officeart/2005/8/layout/hList1"/>
    <dgm:cxn modelId="{B45CA6DD-BD81-8646-8953-B8CF1D266659}" type="presParOf" srcId="{3F557ED2-B23F-0549-A200-B8B5D63427DC}" destId="{09A6E8FE-E6EA-434D-8FEF-CEA245F9D899}" srcOrd="3" destOrd="0" presId="urn:microsoft.com/office/officeart/2005/8/layout/hList1"/>
    <dgm:cxn modelId="{F6A4CBF9-8C6B-2141-A4B7-830D18ECCFD6}" type="presParOf" srcId="{3F557ED2-B23F-0549-A200-B8B5D63427DC}" destId="{BD028413-F779-4C49-83A7-8796AECFFF01}" srcOrd="4" destOrd="0" presId="urn:microsoft.com/office/officeart/2005/8/layout/hList1"/>
    <dgm:cxn modelId="{140BE3B0-5D94-ED46-841A-D0CD10BDDC6F}" type="presParOf" srcId="{BD028413-F779-4C49-83A7-8796AECFFF01}" destId="{A7775862-494B-6A4D-8D32-2DA4B7586690}" srcOrd="0" destOrd="0" presId="urn:microsoft.com/office/officeart/2005/8/layout/hList1"/>
    <dgm:cxn modelId="{B222BA54-4388-394A-B5D9-8CD2652CB6A3}" type="presParOf" srcId="{BD028413-F779-4C49-83A7-8796AECFFF01}" destId="{EF01A5E5-BBEF-1F4A-9B76-868AC77938F6}" srcOrd="1" destOrd="0" presId="urn:microsoft.com/office/officeart/2005/8/layout/hList1"/>
    <dgm:cxn modelId="{A7F968D4-0D42-CA4D-9D1E-7C51D21C0B9A}" type="presParOf" srcId="{3F557ED2-B23F-0549-A200-B8B5D63427DC}" destId="{16EDBE4A-3411-1C44-9DC5-AAB73AC077DB}" srcOrd="5" destOrd="0" presId="urn:microsoft.com/office/officeart/2005/8/layout/hList1"/>
    <dgm:cxn modelId="{B990825F-C71D-3447-96E1-785DBB42C5A9}" type="presParOf" srcId="{3F557ED2-B23F-0549-A200-B8B5D63427DC}" destId="{AF589321-0F55-D94A-9908-61BEFDFFAC39}" srcOrd="6" destOrd="0" presId="urn:microsoft.com/office/officeart/2005/8/layout/hList1"/>
    <dgm:cxn modelId="{571EB719-4E43-E346-AADF-9812783B032F}" type="presParOf" srcId="{AF589321-0F55-D94A-9908-61BEFDFFAC39}" destId="{86A50789-553C-7243-9CA0-DE75B0401AD7}" srcOrd="0" destOrd="0" presId="urn:microsoft.com/office/officeart/2005/8/layout/hList1"/>
    <dgm:cxn modelId="{EB1D795C-F73E-3D45-BF90-DEB460350BF8}" type="presParOf" srcId="{AF589321-0F55-D94A-9908-61BEFDFFAC39}" destId="{088C8AFB-6E95-C349-9F3C-6926F57DA200}" srcOrd="1" destOrd="0" presId="urn:microsoft.com/office/officeart/2005/8/layout/hList1"/>
    <dgm:cxn modelId="{5F043C46-8D0B-EA4C-8BCF-1BD69B2E53EB}" type="presParOf" srcId="{3F557ED2-B23F-0549-A200-B8B5D63427DC}" destId="{B444D5C5-FCF1-BF45-9838-C5DAC53CACD2}" srcOrd="7" destOrd="0" presId="urn:microsoft.com/office/officeart/2005/8/layout/hList1"/>
    <dgm:cxn modelId="{54A62C10-D7B0-B640-9CC6-22AEC6BCB904}" type="presParOf" srcId="{3F557ED2-B23F-0549-A200-B8B5D63427DC}" destId="{DAF5CC7E-9F26-A74D-96B9-E11E34345E4F}" srcOrd="8" destOrd="0" presId="urn:microsoft.com/office/officeart/2005/8/layout/hList1"/>
    <dgm:cxn modelId="{29BFB601-4FA4-B34E-9F09-FAEDADE3245C}" type="presParOf" srcId="{DAF5CC7E-9F26-A74D-96B9-E11E34345E4F}" destId="{7997C868-9762-D24E-897A-A0EBFB23B7A1}" srcOrd="0" destOrd="0" presId="urn:microsoft.com/office/officeart/2005/8/layout/hList1"/>
    <dgm:cxn modelId="{870783AF-58B0-1342-B29D-882761C5CE85}" type="presParOf" srcId="{DAF5CC7E-9F26-A74D-96B9-E11E34345E4F}" destId="{D40D3976-D505-424E-89E1-114C8618AC2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B13FE4-B9CA-B748-8B1F-6E997831A292}" type="doc">
      <dgm:prSet loTypeId="urn:microsoft.com/office/officeart/2005/8/layout/default" loCatId="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45835790-3901-D444-B402-38D317EC5DA4}">
      <dgm:prSet phldrT="[Text]"/>
      <dgm:spPr/>
      <dgm:t>
        <a:bodyPr/>
        <a:lstStyle/>
        <a:p>
          <a:r>
            <a:rPr lang="en-US" dirty="0"/>
            <a:t>Graph model effectively captured relationships</a:t>
          </a:r>
        </a:p>
      </dgm:t>
    </dgm:pt>
    <dgm:pt modelId="{BA5398F8-DDB5-BA46-879F-0B8D8731E013}" type="parTrans" cxnId="{222EEB64-3A3F-F044-8596-2D541F7CBB69}">
      <dgm:prSet/>
      <dgm:spPr/>
      <dgm:t>
        <a:bodyPr/>
        <a:lstStyle/>
        <a:p>
          <a:endParaRPr lang="en-US"/>
        </a:p>
      </dgm:t>
    </dgm:pt>
    <dgm:pt modelId="{98440255-149F-4C4B-9DD9-130237F5CE05}" type="sibTrans" cxnId="{222EEB64-3A3F-F044-8596-2D541F7CBB69}">
      <dgm:prSet/>
      <dgm:spPr/>
      <dgm:t>
        <a:bodyPr/>
        <a:lstStyle/>
        <a:p>
          <a:endParaRPr lang="en-US"/>
        </a:p>
      </dgm:t>
    </dgm:pt>
    <dgm:pt modelId="{71F90AF9-F6C6-AE4F-A3F8-2D69AF974A31}">
      <dgm:prSet/>
      <dgm:spPr/>
      <dgm:t>
        <a:bodyPr/>
        <a:lstStyle/>
        <a:p>
          <a:pPr>
            <a:buNone/>
          </a:pPr>
          <a:r>
            <a:rPr lang="en-US"/>
            <a:t>Transfer → cash-out signal was strong</a:t>
          </a:r>
        </a:p>
      </dgm:t>
    </dgm:pt>
    <dgm:pt modelId="{86DE9D28-98BE-C441-8361-70C4384FFC27}" type="parTrans" cxnId="{EDAC60CE-B7FD-944D-B3B4-47688453B34C}">
      <dgm:prSet/>
      <dgm:spPr/>
      <dgm:t>
        <a:bodyPr/>
        <a:lstStyle/>
        <a:p>
          <a:endParaRPr lang="en-US"/>
        </a:p>
      </dgm:t>
    </dgm:pt>
    <dgm:pt modelId="{E98FC55F-6A64-EC4B-B46A-F6C0217B0CF7}" type="sibTrans" cxnId="{EDAC60CE-B7FD-944D-B3B4-47688453B34C}">
      <dgm:prSet/>
      <dgm:spPr/>
      <dgm:t>
        <a:bodyPr/>
        <a:lstStyle/>
        <a:p>
          <a:endParaRPr lang="en-US"/>
        </a:p>
      </dgm:t>
    </dgm:pt>
    <dgm:pt modelId="{DCA856D0-5254-F04D-9B8C-DD447AC1061C}">
      <dgm:prSet/>
      <dgm:spPr/>
      <dgm:t>
        <a:bodyPr/>
        <a:lstStyle/>
        <a:p>
          <a:pPr>
            <a:buNone/>
          </a:pPr>
          <a:r>
            <a:rPr lang="en-US"/>
            <a:t>Community detection revealed clusters</a:t>
          </a:r>
        </a:p>
      </dgm:t>
    </dgm:pt>
    <dgm:pt modelId="{1D6A1570-D078-FF46-BAF1-E4FA51678C49}" type="parTrans" cxnId="{E61C8967-396D-B948-B245-0795092762D2}">
      <dgm:prSet/>
      <dgm:spPr/>
      <dgm:t>
        <a:bodyPr/>
        <a:lstStyle/>
        <a:p>
          <a:endParaRPr lang="en-US"/>
        </a:p>
      </dgm:t>
    </dgm:pt>
    <dgm:pt modelId="{E0BD2EE1-5F26-274F-9D11-4BDFD04BF6A2}" type="sibTrans" cxnId="{E61C8967-396D-B948-B245-0795092762D2}">
      <dgm:prSet/>
      <dgm:spPr/>
      <dgm:t>
        <a:bodyPr/>
        <a:lstStyle/>
        <a:p>
          <a:endParaRPr lang="en-US"/>
        </a:p>
      </dgm:t>
    </dgm:pt>
    <dgm:pt modelId="{2B332692-802F-4C47-85AB-B804181BB92F}">
      <dgm:prSet/>
      <dgm:spPr/>
      <dgm:t>
        <a:bodyPr/>
        <a:lstStyle/>
        <a:p>
          <a:pPr>
            <a:buNone/>
          </a:pPr>
          <a:r>
            <a:rPr lang="en-US"/>
            <a:t>Pipeline to Power BI worked end-to-end</a:t>
          </a:r>
        </a:p>
      </dgm:t>
    </dgm:pt>
    <dgm:pt modelId="{B0FF58AA-06D5-4742-BE26-958980F9A55A}" type="parTrans" cxnId="{5E116F21-B6DB-994E-89A7-85375BF9C828}">
      <dgm:prSet/>
      <dgm:spPr/>
      <dgm:t>
        <a:bodyPr/>
        <a:lstStyle/>
        <a:p>
          <a:endParaRPr lang="en-US"/>
        </a:p>
      </dgm:t>
    </dgm:pt>
    <dgm:pt modelId="{97223160-1DCB-0246-B010-4E59AD28E052}" type="sibTrans" cxnId="{5E116F21-B6DB-994E-89A7-85375BF9C828}">
      <dgm:prSet/>
      <dgm:spPr/>
      <dgm:t>
        <a:bodyPr/>
        <a:lstStyle/>
        <a:p>
          <a:endParaRPr lang="en-US"/>
        </a:p>
      </dgm:t>
    </dgm:pt>
    <dgm:pt modelId="{15A0CE4C-B400-FD47-831D-5748CAB1B9DD}" type="pres">
      <dgm:prSet presAssocID="{DBB13FE4-B9CA-B748-8B1F-6E997831A292}" presName="diagram" presStyleCnt="0">
        <dgm:presLayoutVars>
          <dgm:dir/>
          <dgm:resizeHandles val="exact"/>
        </dgm:presLayoutVars>
      </dgm:prSet>
      <dgm:spPr/>
    </dgm:pt>
    <dgm:pt modelId="{B3478D19-7C84-6D4A-A9D5-02F28748EA9B}" type="pres">
      <dgm:prSet presAssocID="{45835790-3901-D444-B402-38D317EC5DA4}" presName="node" presStyleLbl="node1" presStyleIdx="0" presStyleCnt="4">
        <dgm:presLayoutVars>
          <dgm:bulletEnabled val="1"/>
        </dgm:presLayoutVars>
      </dgm:prSet>
      <dgm:spPr/>
    </dgm:pt>
    <dgm:pt modelId="{8AC218B8-932C-5D46-8092-5FF75DDB8D3D}" type="pres">
      <dgm:prSet presAssocID="{98440255-149F-4C4B-9DD9-130237F5CE05}" presName="sibTrans" presStyleCnt="0"/>
      <dgm:spPr/>
    </dgm:pt>
    <dgm:pt modelId="{1E098D3E-06E3-C64B-AB1E-6408AB0E26B8}" type="pres">
      <dgm:prSet presAssocID="{71F90AF9-F6C6-AE4F-A3F8-2D69AF974A31}" presName="node" presStyleLbl="node1" presStyleIdx="1" presStyleCnt="4">
        <dgm:presLayoutVars>
          <dgm:bulletEnabled val="1"/>
        </dgm:presLayoutVars>
      </dgm:prSet>
      <dgm:spPr/>
    </dgm:pt>
    <dgm:pt modelId="{1AD41AB7-9B4F-A84A-80FF-178D7DF63D79}" type="pres">
      <dgm:prSet presAssocID="{E98FC55F-6A64-EC4B-B46A-F6C0217B0CF7}" presName="sibTrans" presStyleCnt="0"/>
      <dgm:spPr/>
    </dgm:pt>
    <dgm:pt modelId="{FDED144E-B708-194D-9F52-6777805CCDCB}" type="pres">
      <dgm:prSet presAssocID="{DCA856D0-5254-F04D-9B8C-DD447AC1061C}" presName="node" presStyleLbl="node1" presStyleIdx="2" presStyleCnt="4">
        <dgm:presLayoutVars>
          <dgm:bulletEnabled val="1"/>
        </dgm:presLayoutVars>
      </dgm:prSet>
      <dgm:spPr/>
    </dgm:pt>
    <dgm:pt modelId="{5761736A-263C-ED4F-A91C-060B2D09DADB}" type="pres">
      <dgm:prSet presAssocID="{E0BD2EE1-5F26-274F-9D11-4BDFD04BF6A2}" presName="sibTrans" presStyleCnt="0"/>
      <dgm:spPr/>
    </dgm:pt>
    <dgm:pt modelId="{A57BC66B-6087-9949-8080-B50D2DBDC108}" type="pres">
      <dgm:prSet presAssocID="{2B332692-802F-4C47-85AB-B804181BB92F}" presName="node" presStyleLbl="node1" presStyleIdx="3" presStyleCnt="4">
        <dgm:presLayoutVars>
          <dgm:bulletEnabled val="1"/>
        </dgm:presLayoutVars>
      </dgm:prSet>
      <dgm:spPr/>
    </dgm:pt>
  </dgm:ptLst>
  <dgm:cxnLst>
    <dgm:cxn modelId="{0FEF720D-F12F-464B-AF12-43BD4B2575B6}" type="presOf" srcId="{DBB13FE4-B9CA-B748-8B1F-6E997831A292}" destId="{15A0CE4C-B400-FD47-831D-5748CAB1B9DD}" srcOrd="0" destOrd="0" presId="urn:microsoft.com/office/officeart/2005/8/layout/default"/>
    <dgm:cxn modelId="{F3C0E117-B87F-9E47-8807-ECC0E84CBCD0}" type="presOf" srcId="{2B332692-802F-4C47-85AB-B804181BB92F}" destId="{A57BC66B-6087-9949-8080-B50D2DBDC108}" srcOrd="0" destOrd="0" presId="urn:microsoft.com/office/officeart/2005/8/layout/default"/>
    <dgm:cxn modelId="{5E116F21-B6DB-994E-89A7-85375BF9C828}" srcId="{DBB13FE4-B9CA-B748-8B1F-6E997831A292}" destId="{2B332692-802F-4C47-85AB-B804181BB92F}" srcOrd="3" destOrd="0" parTransId="{B0FF58AA-06D5-4742-BE26-958980F9A55A}" sibTransId="{97223160-1DCB-0246-B010-4E59AD28E052}"/>
    <dgm:cxn modelId="{F996105A-723F-1147-84E1-A1CB74CF5530}" type="presOf" srcId="{71F90AF9-F6C6-AE4F-A3F8-2D69AF974A31}" destId="{1E098D3E-06E3-C64B-AB1E-6408AB0E26B8}" srcOrd="0" destOrd="0" presId="urn:microsoft.com/office/officeart/2005/8/layout/default"/>
    <dgm:cxn modelId="{222EEB64-3A3F-F044-8596-2D541F7CBB69}" srcId="{DBB13FE4-B9CA-B748-8B1F-6E997831A292}" destId="{45835790-3901-D444-B402-38D317EC5DA4}" srcOrd="0" destOrd="0" parTransId="{BA5398F8-DDB5-BA46-879F-0B8D8731E013}" sibTransId="{98440255-149F-4C4B-9DD9-130237F5CE05}"/>
    <dgm:cxn modelId="{E61C8967-396D-B948-B245-0795092762D2}" srcId="{DBB13FE4-B9CA-B748-8B1F-6E997831A292}" destId="{DCA856D0-5254-F04D-9B8C-DD447AC1061C}" srcOrd="2" destOrd="0" parTransId="{1D6A1570-D078-FF46-BAF1-E4FA51678C49}" sibTransId="{E0BD2EE1-5F26-274F-9D11-4BDFD04BF6A2}"/>
    <dgm:cxn modelId="{7A0AED96-A0AF-1F4A-A33D-AB570E396B93}" type="presOf" srcId="{45835790-3901-D444-B402-38D317EC5DA4}" destId="{B3478D19-7C84-6D4A-A9D5-02F28748EA9B}" srcOrd="0" destOrd="0" presId="urn:microsoft.com/office/officeart/2005/8/layout/default"/>
    <dgm:cxn modelId="{A6CF78A1-6DAB-2F4A-9DB7-C26020E9861E}" type="presOf" srcId="{DCA856D0-5254-F04D-9B8C-DD447AC1061C}" destId="{FDED144E-B708-194D-9F52-6777805CCDCB}" srcOrd="0" destOrd="0" presId="urn:microsoft.com/office/officeart/2005/8/layout/default"/>
    <dgm:cxn modelId="{EDAC60CE-B7FD-944D-B3B4-47688453B34C}" srcId="{DBB13FE4-B9CA-B748-8B1F-6E997831A292}" destId="{71F90AF9-F6C6-AE4F-A3F8-2D69AF974A31}" srcOrd="1" destOrd="0" parTransId="{86DE9D28-98BE-C441-8361-70C4384FFC27}" sibTransId="{E98FC55F-6A64-EC4B-B46A-F6C0217B0CF7}"/>
    <dgm:cxn modelId="{A331ADE5-B4D4-A94B-9A0A-03AB42DF3CBB}" type="presParOf" srcId="{15A0CE4C-B400-FD47-831D-5748CAB1B9DD}" destId="{B3478D19-7C84-6D4A-A9D5-02F28748EA9B}" srcOrd="0" destOrd="0" presId="urn:microsoft.com/office/officeart/2005/8/layout/default"/>
    <dgm:cxn modelId="{990CA771-7987-6540-B4E8-DCABB0E0E297}" type="presParOf" srcId="{15A0CE4C-B400-FD47-831D-5748CAB1B9DD}" destId="{8AC218B8-932C-5D46-8092-5FF75DDB8D3D}" srcOrd="1" destOrd="0" presId="urn:microsoft.com/office/officeart/2005/8/layout/default"/>
    <dgm:cxn modelId="{31CEA015-DFFB-D449-8E49-232FB17163D2}" type="presParOf" srcId="{15A0CE4C-B400-FD47-831D-5748CAB1B9DD}" destId="{1E098D3E-06E3-C64B-AB1E-6408AB0E26B8}" srcOrd="2" destOrd="0" presId="urn:microsoft.com/office/officeart/2005/8/layout/default"/>
    <dgm:cxn modelId="{EE25BC1E-8C86-E744-B9E7-5370F5FD8125}" type="presParOf" srcId="{15A0CE4C-B400-FD47-831D-5748CAB1B9DD}" destId="{1AD41AB7-9B4F-A84A-80FF-178D7DF63D79}" srcOrd="3" destOrd="0" presId="urn:microsoft.com/office/officeart/2005/8/layout/default"/>
    <dgm:cxn modelId="{5EAF0098-656F-444D-B730-1F92CA900E72}" type="presParOf" srcId="{15A0CE4C-B400-FD47-831D-5748CAB1B9DD}" destId="{FDED144E-B708-194D-9F52-6777805CCDCB}" srcOrd="4" destOrd="0" presId="urn:microsoft.com/office/officeart/2005/8/layout/default"/>
    <dgm:cxn modelId="{0F16AA40-3532-6C48-9DF8-383DE79E97BC}" type="presParOf" srcId="{15A0CE4C-B400-FD47-831D-5748CAB1B9DD}" destId="{5761736A-263C-ED4F-A91C-060B2D09DADB}" srcOrd="5" destOrd="0" presId="urn:microsoft.com/office/officeart/2005/8/layout/default"/>
    <dgm:cxn modelId="{7ECE9DB8-C25E-C541-B05B-451078B55CD8}" type="presParOf" srcId="{15A0CE4C-B400-FD47-831D-5748CAB1B9DD}" destId="{A57BC66B-6087-9949-8080-B50D2DBDC10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B13FE4-B9CA-B748-8B1F-6E997831A292}" type="doc">
      <dgm:prSet loTypeId="urn:microsoft.com/office/officeart/2005/8/layout/hProcess9" loCatId="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45835790-3901-D444-B402-38D317EC5DA4}">
      <dgm:prSet phldrT="[Text]"/>
      <dgm:spPr/>
      <dgm:t>
        <a:bodyPr/>
        <a:lstStyle/>
        <a:p>
          <a:r>
            <a:rPr lang="en-US" dirty="0"/>
            <a:t>Node similarity (Jaccard) not effective</a:t>
          </a:r>
        </a:p>
      </dgm:t>
    </dgm:pt>
    <dgm:pt modelId="{BA5398F8-DDB5-BA46-879F-0B8D8731E013}" type="parTrans" cxnId="{222EEB64-3A3F-F044-8596-2D541F7CBB69}">
      <dgm:prSet/>
      <dgm:spPr/>
      <dgm:t>
        <a:bodyPr/>
        <a:lstStyle/>
        <a:p>
          <a:endParaRPr lang="en-US"/>
        </a:p>
      </dgm:t>
    </dgm:pt>
    <dgm:pt modelId="{98440255-149F-4C4B-9DD9-130237F5CE05}" type="sibTrans" cxnId="{222EEB64-3A3F-F044-8596-2D541F7CBB69}">
      <dgm:prSet/>
      <dgm:spPr/>
      <dgm:t>
        <a:bodyPr/>
        <a:lstStyle/>
        <a:p>
          <a:endParaRPr lang="en-US"/>
        </a:p>
      </dgm:t>
    </dgm:pt>
    <dgm:pt modelId="{D55542BC-1434-1C40-ABB8-34494DAF006E}">
      <dgm:prSet phldrT="[Text]"/>
      <dgm:spPr/>
      <dgm:t>
        <a:bodyPr/>
        <a:lstStyle/>
        <a:p>
          <a:r>
            <a:rPr lang="en-US" dirty="0"/>
            <a:t>Cycles not present in dataset</a:t>
          </a:r>
        </a:p>
      </dgm:t>
    </dgm:pt>
    <dgm:pt modelId="{F5C2811E-DA76-BC4A-9029-31D1862FDA3E}" type="parTrans" cxnId="{F64403D9-04D1-2C4D-967B-91183967E7DC}">
      <dgm:prSet/>
      <dgm:spPr/>
      <dgm:t>
        <a:bodyPr/>
        <a:lstStyle/>
        <a:p>
          <a:endParaRPr lang="en-US"/>
        </a:p>
      </dgm:t>
    </dgm:pt>
    <dgm:pt modelId="{CCA47D49-1B50-7847-9C47-FFE666A2836D}" type="sibTrans" cxnId="{F64403D9-04D1-2C4D-967B-91183967E7DC}">
      <dgm:prSet/>
      <dgm:spPr/>
      <dgm:t>
        <a:bodyPr/>
        <a:lstStyle/>
        <a:p>
          <a:endParaRPr lang="en-US"/>
        </a:p>
      </dgm:t>
    </dgm:pt>
    <dgm:pt modelId="{2D4F7AF6-9D13-9C46-8F5B-6BAE272EA08B}">
      <dgm:prSet phldrT="[Text]"/>
      <dgm:spPr/>
      <dgm:t>
        <a:bodyPr/>
        <a:lstStyle/>
        <a:p>
          <a:r>
            <a:rPr lang="en-US" dirty="0"/>
            <a:t>Some signals didn’t produce results</a:t>
          </a:r>
        </a:p>
      </dgm:t>
    </dgm:pt>
    <dgm:pt modelId="{DD320EDC-C66E-9B41-B671-A251BE5AD189}" type="parTrans" cxnId="{5266375F-B270-C446-A264-67FAC55DA220}">
      <dgm:prSet/>
      <dgm:spPr/>
      <dgm:t>
        <a:bodyPr/>
        <a:lstStyle/>
        <a:p>
          <a:endParaRPr lang="en-US"/>
        </a:p>
      </dgm:t>
    </dgm:pt>
    <dgm:pt modelId="{B6F61CD6-0584-0E47-8B05-2B6BC0A984AB}" type="sibTrans" cxnId="{5266375F-B270-C446-A264-67FAC55DA220}">
      <dgm:prSet/>
      <dgm:spPr/>
      <dgm:t>
        <a:bodyPr/>
        <a:lstStyle/>
        <a:p>
          <a:endParaRPr lang="en-US"/>
        </a:p>
      </dgm:t>
    </dgm:pt>
    <dgm:pt modelId="{960F0D15-43CB-E341-9E9E-5208B6751C85}" type="pres">
      <dgm:prSet presAssocID="{DBB13FE4-B9CA-B748-8B1F-6E997831A292}" presName="CompostProcess" presStyleCnt="0">
        <dgm:presLayoutVars>
          <dgm:dir/>
          <dgm:resizeHandles val="exact"/>
        </dgm:presLayoutVars>
      </dgm:prSet>
      <dgm:spPr/>
    </dgm:pt>
    <dgm:pt modelId="{732BD1EA-95F1-DD40-8B16-F38FC2A34515}" type="pres">
      <dgm:prSet presAssocID="{DBB13FE4-B9CA-B748-8B1F-6E997831A292}" presName="arrow" presStyleLbl="bgShp" presStyleIdx="0" presStyleCnt="1"/>
      <dgm:spPr/>
    </dgm:pt>
    <dgm:pt modelId="{BCFFB906-D9F8-654D-A348-03C3F2E10408}" type="pres">
      <dgm:prSet presAssocID="{DBB13FE4-B9CA-B748-8B1F-6E997831A292}" presName="linearProcess" presStyleCnt="0"/>
      <dgm:spPr/>
    </dgm:pt>
    <dgm:pt modelId="{2BD1D019-9679-5C4E-84DB-BBA528BF7460}" type="pres">
      <dgm:prSet presAssocID="{45835790-3901-D444-B402-38D317EC5DA4}" presName="textNode" presStyleLbl="node1" presStyleIdx="0" presStyleCnt="3">
        <dgm:presLayoutVars>
          <dgm:bulletEnabled val="1"/>
        </dgm:presLayoutVars>
      </dgm:prSet>
      <dgm:spPr/>
    </dgm:pt>
    <dgm:pt modelId="{ABCB3881-0430-3C43-99A3-43E31DF10296}" type="pres">
      <dgm:prSet presAssocID="{98440255-149F-4C4B-9DD9-130237F5CE05}" presName="sibTrans" presStyleCnt="0"/>
      <dgm:spPr/>
    </dgm:pt>
    <dgm:pt modelId="{204D1EBC-CF50-3A49-BEBC-D27F5CA7177B}" type="pres">
      <dgm:prSet presAssocID="{D55542BC-1434-1C40-ABB8-34494DAF006E}" presName="textNode" presStyleLbl="node1" presStyleIdx="1" presStyleCnt="3">
        <dgm:presLayoutVars>
          <dgm:bulletEnabled val="1"/>
        </dgm:presLayoutVars>
      </dgm:prSet>
      <dgm:spPr/>
    </dgm:pt>
    <dgm:pt modelId="{5D139612-EFB9-3A4D-ADDA-09664E41BAE2}" type="pres">
      <dgm:prSet presAssocID="{CCA47D49-1B50-7847-9C47-FFE666A2836D}" presName="sibTrans" presStyleCnt="0"/>
      <dgm:spPr/>
    </dgm:pt>
    <dgm:pt modelId="{40A0820D-4466-5249-B93A-8D256CF60078}" type="pres">
      <dgm:prSet presAssocID="{2D4F7AF6-9D13-9C46-8F5B-6BAE272EA08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0021E01-E130-1142-ABAE-6C15F4F68FBD}" type="presOf" srcId="{DBB13FE4-B9CA-B748-8B1F-6E997831A292}" destId="{960F0D15-43CB-E341-9E9E-5208B6751C85}" srcOrd="0" destOrd="0" presId="urn:microsoft.com/office/officeart/2005/8/layout/hProcess9"/>
    <dgm:cxn modelId="{FE56B729-6C7E-2147-9DB2-F8C828CDE92E}" type="presOf" srcId="{45835790-3901-D444-B402-38D317EC5DA4}" destId="{2BD1D019-9679-5C4E-84DB-BBA528BF7460}" srcOrd="0" destOrd="0" presId="urn:microsoft.com/office/officeart/2005/8/layout/hProcess9"/>
    <dgm:cxn modelId="{5266375F-B270-C446-A264-67FAC55DA220}" srcId="{DBB13FE4-B9CA-B748-8B1F-6E997831A292}" destId="{2D4F7AF6-9D13-9C46-8F5B-6BAE272EA08B}" srcOrd="2" destOrd="0" parTransId="{DD320EDC-C66E-9B41-B671-A251BE5AD189}" sibTransId="{B6F61CD6-0584-0E47-8B05-2B6BC0A984AB}"/>
    <dgm:cxn modelId="{222EEB64-3A3F-F044-8596-2D541F7CBB69}" srcId="{DBB13FE4-B9CA-B748-8B1F-6E997831A292}" destId="{45835790-3901-D444-B402-38D317EC5DA4}" srcOrd="0" destOrd="0" parTransId="{BA5398F8-DDB5-BA46-879F-0B8D8731E013}" sibTransId="{98440255-149F-4C4B-9DD9-130237F5CE05}"/>
    <dgm:cxn modelId="{B0D15887-E5E2-6142-851C-BE7F00526DD0}" type="presOf" srcId="{2D4F7AF6-9D13-9C46-8F5B-6BAE272EA08B}" destId="{40A0820D-4466-5249-B93A-8D256CF60078}" srcOrd="0" destOrd="0" presId="urn:microsoft.com/office/officeart/2005/8/layout/hProcess9"/>
    <dgm:cxn modelId="{03C6F3B0-D66E-AC48-BEEA-E26263E75199}" type="presOf" srcId="{D55542BC-1434-1C40-ABB8-34494DAF006E}" destId="{204D1EBC-CF50-3A49-BEBC-D27F5CA7177B}" srcOrd="0" destOrd="0" presId="urn:microsoft.com/office/officeart/2005/8/layout/hProcess9"/>
    <dgm:cxn modelId="{F64403D9-04D1-2C4D-967B-91183967E7DC}" srcId="{DBB13FE4-B9CA-B748-8B1F-6E997831A292}" destId="{D55542BC-1434-1C40-ABB8-34494DAF006E}" srcOrd="1" destOrd="0" parTransId="{F5C2811E-DA76-BC4A-9029-31D1862FDA3E}" sibTransId="{CCA47D49-1B50-7847-9C47-FFE666A2836D}"/>
    <dgm:cxn modelId="{58B1F9E4-F106-FC4A-B3C7-D51622A1873E}" type="presParOf" srcId="{960F0D15-43CB-E341-9E9E-5208B6751C85}" destId="{732BD1EA-95F1-DD40-8B16-F38FC2A34515}" srcOrd="0" destOrd="0" presId="urn:microsoft.com/office/officeart/2005/8/layout/hProcess9"/>
    <dgm:cxn modelId="{635073DD-C9E7-AD45-8338-B32A1477DAF7}" type="presParOf" srcId="{960F0D15-43CB-E341-9E9E-5208B6751C85}" destId="{BCFFB906-D9F8-654D-A348-03C3F2E10408}" srcOrd="1" destOrd="0" presId="urn:microsoft.com/office/officeart/2005/8/layout/hProcess9"/>
    <dgm:cxn modelId="{145459DC-D570-DF4C-80BF-866610FA79DD}" type="presParOf" srcId="{BCFFB906-D9F8-654D-A348-03C3F2E10408}" destId="{2BD1D019-9679-5C4E-84DB-BBA528BF7460}" srcOrd="0" destOrd="0" presId="urn:microsoft.com/office/officeart/2005/8/layout/hProcess9"/>
    <dgm:cxn modelId="{5B1878EF-7B89-9D4B-9EA5-43865ED5344A}" type="presParOf" srcId="{BCFFB906-D9F8-654D-A348-03C3F2E10408}" destId="{ABCB3881-0430-3C43-99A3-43E31DF10296}" srcOrd="1" destOrd="0" presId="urn:microsoft.com/office/officeart/2005/8/layout/hProcess9"/>
    <dgm:cxn modelId="{D80A0E2C-A555-B445-86A0-5F4FFD1D320E}" type="presParOf" srcId="{BCFFB906-D9F8-654D-A348-03C3F2E10408}" destId="{204D1EBC-CF50-3A49-BEBC-D27F5CA7177B}" srcOrd="2" destOrd="0" presId="urn:microsoft.com/office/officeart/2005/8/layout/hProcess9"/>
    <dgm:cxn modelId="{5D2C4B04-3FE0-6D41-A9F3-CD3E595A9959}" type="presParOf" srcId="{BCFFB906-D9F8-654D-A348-03C3F2E10408}" destId="{5D139612-EFB9-3A4D-ADDA-09664E41BAE2}" srcOrd="3" destOrd="0" presId="urn:microsoft.com/office/officeart/2005/8/layout/hProcess9"/>
    <dgm:cxn modelId="{74AA016A-349A-D043-9445-793B08954925}" type="presParOf" srcId="{BCFFB906-D9F8-654D-A348-03C3F2E10408}" destId="{40A0820D-4466-5249-B93A-8D256CF6007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BB13FE4-B9CA-B748-8B1F-6E997831A292}" type="doc">
      <dgm:prSet loTypeId="urn:microsoft.com/office/officeart/2005/8/layout/pyramid2" loCatId="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45835790-3901-D444-B402-38D317EC5DA4}">
      <dgm:prSet phldrT="[Text]"/>
      <dgm:spPr/>
      <dgm:t>
        <a:bodyPr/>
        <a:lstStyle/>
        <a:p>
          <a:r>
            <a:rPr lang="en-US" dirty="0"/>
            <a:t>Memory constraints (Louvain, similarity)</a:t>
          </a:r>
        </a:p>
      </dgm:t>
    </dgm:pt>
    <dgm:pt modelId="{BA5398F8-DDB5-BA46-879F-0B8D8731E013}" type="parTrans" cxnId="{222EEB64-3A3F-F044-8596-2D541F7CBB69}">
      <dgm:prSet/>
      <dgm:spPr/>
      <dgm:t>
        <a:bodyPr/>
        <a:lstStyle/>
        <a:p>
          <a:endParaRPr lang="en-US"/>
        </a:p>
      </dgm:t>
    </dgm:pt>
    <dgm:pt modelId="{98440255-149F-4C4B-9DD9-130237F5CE05}" type="sibTrans" cxnId="{222EEB64-3A3F-F044-8596-2D541F7CBB69}">
      <dgm:prSet/>
      <dgm:spPr/>
      <dgm:t>
        <a:bodyPr/>
        <a:lstStyle/>
        <a:p>
          <a:endParaRPr lang="en-US"/>
        </a:p>
      </dgm:t>
    </dgm:pt>
    <dgm:pt modelId="{A533E8FB-F1A4-574E-AF92-8DCA6D8F313D}">
      <dgm:prSet/>
      <dgm:spPr/>
      <dgm:t>
        <a:bodyPr/>
        <a:lstStyle/>
        <a:p>
          <a:pPr>
            <a:buNone/>
          </a:pPr>
          <a:r>
            <a:rPr lang="en-US"/>
            <a:t>Had to batch updates in Neo4j</a:t>
          </a:r>
        </a:p>
      </dgm:t>
    </dgm:pt>
    <dgm:pt modelId="{967EB63F-7521-2149-9C73-9E06B207BEBC}" type="parTrans" cxnId="{9810017A-6AEA-2C48-B342-0BB307B1677D}">
      <dgm:prSet/>
      <dgm:spPr/>
      <dgm:t>
        <a:bodyPr/>
        <a:lstStyle/>
        <a:p>
          <a:endParaRPr lang="en-US"/>
        </a:p>
      </dgm:t>
    </dgm:pt>
    <dgm:pt modelId="{C1A2DDD8-F51C-6345-88B2-E39BD8297981}" type="sibTrans" cxnId="{9810017A-6AEA-2C48-B342-0BB307B1677D}">
      <dgm:prSet/>
      <dgm:spPr/>
      <dgm:t>
        <a:bodyPr/>
        <a:lstStyle/>
        <a:p>
          <a:endParaRPr lang="en-US"/>
        </a:p>
      </dgm:t>
    </dgm:pt>
    <dgm:pt modelId="{7C062B6E-2E59-E44F-A54B-7A5DE3D2FD94}">
      <dgm:prSet/>
      <dgm:spPr/>
      <dgm:t>
        <a:bodyPr/>
        <a:lstStyle/>
        <a:p>
          <a:pPr>
            <a:buNone/>
          </a:pPr>
          <a:r>
            <a:rPr lang="en-US"/>
            <a:t>Precomputed statistics for fan-out</a:t>
          </a:r>
        </a:p>
      </dgm:t>
    </dgm:pt>
    <dgm:pt modelId="{3EA6142F-7C5D-8A40-A0DD-693C08645DF5}" type="parTrans" cxnId="{7C46B770-D8D6-DA46-897B-537654740396}">
      <dgm:prSet/>
      <dgm:spPr/>
      <dgm:t>
        <a:bodyPr/>
        <a:lstStyle/>
        <a:p>
          <a:endParaRPr lang="en-US"/>
        </a:p>
      </dgm:t>
    </dgm:pt>
    <dgm:pt modelId="{32AA9916-C03F-6143-BC7B-9F6290F5A5C4}" type="sibTrans" cxnId="{7C46B770-D8D6-DA46-897B-537654740396}">
      <dgm:prSet/>
      <dgm:spPr/>
      <dgm:t>
        <a:bodyPr/>
        <a:lstStyle/>
        <a:p>
          <a:endParaRPr lang="en-US"/>
        </a:p>
      </dgm:t>
    </dgm:pt>
    <dgm:pt modelId="{08EC96D7-E1C9-484E-83B9-044AFA70C54D}" type="pres">
      <dgm:prSet presAssocID="{DBB13FE4-B9CA-B748-8B1F-6E997831A292}" presName="compositeShape" presStyleCnt="0">
        <dgm:presLayoutVars>
          <dgm:dir/>
          <dgm:resizeHandles/>
        </dgm:presLayoutVars>
      </dgm:prSet>
      <dgm:spPr/>
    </dgm:pt>
    <dgm:pt modelId="{BDCFB331-4E52-DC44-9CF2-8FDEDC187E5C}" type="pres">
      <dgm:prSet presAssocID="{DBB13FE4-B9CA-B748-8B1F-6E997831A292}" presName="pyramid" presStyleLbl="node1" presStyleIdx="0" presStyleCnt="1"/>
      <dgm:spPr/>
    </dgm:pt>
    <dgm:pt modelId="{E24DD989-66D3-1F47-9671-34A3FDBD3572}" type="pres">
      <dgm:prSet presAssocID="{DBB13FE4-B9CA-B748-8B1F-6E997831A292}" presName="theList" presStyleCnt="0"/>
      <dgm:spPr/>
    </dgm:pt>
    <dgm:pt modelId="{BEBEFAEF-060E-A74C-BA69-2198E4EFBB86}" type="pres">
      <dgm:prSet presAssocID="{45835790-3901-D444-B402-38D317EC5DA4}" presName="aNode" presStyleLbl="fgAcc1" presStyleIdx="0" presStyleCnt="3">
        <dgm:presLayoutVars>
          <dgm:bulletEnabled val="1"/>
        </dgm:presLayoutVars>
      </dgm:prSet>
      <dgm:spPr/>
    </dgm:pt>
    <dgm:pt modelId="{A041AB1F-B08E-E143-8766-0BC88972E69C}" type="pres">
      <dgm:prSet presAssocID="{45835790-3901-D444-B402-38D317EC5DA4}" presName="aSpace" presStyleCnt="0"/>
      <dgm:spPr/>
    </dgm:pt>
    <dgm:pt modelId="{3D02BC5E-173E-7B44-9856-25AF0C7472C8}" type="pres">
      <dgm:prSet presAssocID="{A533E8FB-F1A4-574E-AF92-8DCA6D8F313D}" presName="aNode" presStyleLbl="fgAcc1" presStyleIdx="1" presStyleCnt="3">
        <dgm:presLayoutVars>
          <dgm:bulletEnabled val="1"/>
        </dgm:presLayoutVars>
      </dgm:prSet>
      <dgm:spPr/>
    </dgm:pt>
    <dgm:pt modelId="{BAEA4C62-268C-B04E-B8D4-B449004DFC97}" type="pres">
      <dgm:prSet presAssocID="{A533E8FB-F1A4-574E-AF92-8DCA6D8F313D}" presName="aSpace" presStyleCnt="0"/>
      <dgm:spPr/>
    </dgm:pt>
    <dgm:pt modelId="{2B676BA9-DBD4-B046-891F-BBA6150034C0}" type="pres">
      <dgm:prSet presAssocID="{7C062B6E-2E59-E44F-A54B-7A5DE3D2FD94}" presName="aNode" presStyleLbl="fgAcc1" presStyleIdx="2" presStyleCnt="3">
        <dgm:presLayoutVars>
          <dgm:bulletEnabled val="1"/>
        </dgm:presLayoutVars>
      </dgm:prSet>
      <dgm:spPr/>
    </dgm:pt>
    <dgm:pt modelId="{27104E21-A2A2-5C4A-A507-9337319A5408}" type="pres">
      <dgm:prSet presAssocID="{7C062B6E-2E59-E44F-A54B-7A5DE3D2FD94}" presName="aSpace" presStyleCnt="0"/>
      <dgm:spPr/>
    </dgm:pt>
  </dgm:ptLst>
  <dgm:cxnLst>
    <dgm:cxn modelId="{75F0241D-0B76-064E-BA3E-10C318718336}" type="presOf" srcId="{DBB13FE4-B9CA-B748-8B1F-6E997831A292}" destId="{08EC96D7-E1C9-484E-83B9-044AFA70C54D}" srcOrd="0" destOrd="0" presId="urn:microsoft.com/office/officeart/2005/8/layout/pyramid2"/>
    <dgm:cxn modelId="{EF648C29-CE4B-854C-9651-76A5F0FF08EC}" type="presOf" srcId="{A533E8FB-F1A4-574E-AF92-8DCA6D8F313D}" destId="{3D02BC5E-173E-7B44-9856-25AF0C7472C8}" srcOrd="0" destOrd="0" presId="urn:microsoft.com/office/officeart/2005/8/layout/pyramid2"/>
    <dgm:cxn modelId="{5CD3523A-2241-C54D-81CE-BCD06B334CDC}" type="presOf" srcId="{45835790-3901-D444-B402-38D317EC5DA4}" destId="{BEBEFAEF-060E-A74C-BA69-2198E4EFBB86}" srcOrd="0" destOrd="0" presId="urn:microsoft.com/office/officeart/2005/8/layout/pyramid2"/>
    <dgm:cxn modelId="{222EEB64-3A3F-F044-8596-2D541F7CBB69}" srcId="{DBB13FE4-B9CA-B748-8B1F-6E997831A292}" destId="{45835790-3901-D444-B402-38D317EC5DA4}" srcOrd="0" destOrd="0" parTransId="{BA5398F8-DDB5-BA46-879F-0B8D8731E013}" sibTransId="{98440255-149F-4C4B-9DD9-130237F5CE05}"/>
    <dgm:cxn modelId="{7C46B770-D8D6-DA46-897B-537654740396}" srcId="{DBB13FE4-B9CA-B748-8B1F-6E997831A292}" destId="{7C062B6E-2E59-E44F-A54B-7A5DE3D2FD94}" srcOrd="2" destOrd="0" parTransId="{3EA6142F-7C5D-8A40-A0DD-693C08645DF5}" sibTransId="{32AA9916-C03F-6143-BC7B-9F6290F5A5C4}"/>
    <dgm:cxn modelId="{B3D15A78-214D-9A47-83FB-16D0826343A3}" type="presOf" srcId="{7C062B6E-2E59-E44F-A54B-7A5DE3D2FD94}" destId="{2B676BA9-DBD4-B046-891F-BBA6150034C0}" srcOrd="0" destOrd="0" presId="urn:microsoft.com/office/officeart/2005/8/layout/pyramid2"/>
    <dgm:cxn modelId="{9810017A-6AEA-2C48-B342-0BB307B1677D}" srcId="{DBB13FE4-B9CA-B748-8B1F-6E997831A292}" destId="{A533E8FB-F1A4-574E-AF92-8DCA6D8F313D}" srcOrd="1" destOrd="0" parTransId="{967EB63F-7521-2149-9C73-9E06B207BEBC}" sibTransId="{C1A2DDD8-F51C-6345-88B2-E39BD8297981}"/>
    <dgm:cxn modelId="{B511ED8E-743C-C84F-BEE6-C78F18D95E3B}" type="presParOf" srcId="{08EC96D7-E1C9-484E-83B9-044AFA70C54D}" destId="{BDCFB331-4E52-DC44-9CF2-8FDEDC187E5C}" srcOrd="0" destOrd="0" presId="urn:microsoft.com/office/officeart/2005/8/layout/pyramid2"/>
    <dgm:cxn modelId="{F7310D02-61E1-7846-8230-F7786312F7FC}" type="presParOf" srcId="{08EC96D7-E1C9-484E-83B9-044AFA70C54D}" destId="{E24DD989-66D3-1F47-9671-34A3FDBD3572}" srcOrd="1" destOrd="0" presId="urn:microsoft.com/office/officeart/2005/8/layout/pyramid2"/>
    <dgm:cxn modelId="{967AED9B-3679-3B49-B14E-3BED9A55D2B2}" type="presParOf" srcId="{E24DD989-66D3-1F47-9671-34A3FDBD3572}" destId="{BEBEFAEF-060E-A74C-BA69-2198E4EFBB86}" srcOrd="0" destOrd="0" presId="urn:microsoft.com/office/officeart/2005/8/layout/pyramid2"/>
    <dgm:cxn modelId="{A1A19768-E245-0A45-B967-22B28BAB75CC}" type="presParOf" srcId="{E24DD989-66D3-1F47-9671-34A3FDBD3572}" destId="{A041AB1F-B08E-E143-8766-0BC88972E69C}" srcOrd="1" destOrd="0" presId="urn:microsoft.com/office/officeart/2005/8/layout/pyramid2"/>
    <dgm:cxn modelId="{F1BD4D41-83F6-9043-9E91-D6A8308277C7}" type="presParOf" srcId="{E24DD989-66D3-1F47-9671-34A3FDBD3572}" destId="{3D02BC5E-173E-7B44-9856-25AF0C7472C8}" srcOrd="2" destOrd="0" presId="urn:microsoft.com/office/officeart/2005/8/layout/pyramid2"/>
    <dgm:cxn modelId="{0082DB21-43E8-514C-9DD2-3DAAEAD179BB}" type="presParOf" srcId="{E24DD989-66D3-1F47-9671-34A3FDBD3572}" destId="{BAEA4C62-268C-B04E-B8D4-B449004DFC97}" srcOrd="3" destOrd="0" presId="urn:microsoft.com/office/officeart/2005/8/layout/pyramid2"/>
    <dgm:cxn modelId="{1E854F14-89D1-EE4E-9A3C-3D0BB576FD98}" type="presParOf" srcId="{E24DD989-66D3-1F47-9671-34A3FDBD3572}" destId="{2B676BA9-DBD4-B046-891F-BBA6150034C0}" srcOrd="4" destOrd="0" presId="urn:microsoft.com/office/officeart/2005/8/layout/pyramid2"/>
    <dgm:cxn modelId="{EBB3B248-8B11-5242-8DC2-9793643A9F5F}" type="presParOf" srcId="{E24DD989-66D3-1F47-9671-34A3FDBD3572}" destId="{27104E21-A2A2-5C4A-A507-9337319A5408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BB13FE4-B9CA-B748-8B1F-6E997831A292}" type="doc">
      <dgm:prSet loTypeId="urn:microsoft.com/office/officeart/2005/8/layout/vProcess5" loCatId="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45835790-3901-D444-B402-38D317EC5DA4}">
      <dgm:prSet phldrT="[Text]"/>
      <dgm:spPr/>
      <dgm:t>
        <a:bodyPr/>
        <a:lstStyle/>
        <a:p>
          <a:r>
            <a:rPr lang="en-US" dirty="0"/>
            <a:t>Graph analysis &gt; traditional methods for fraud </a:t>
          </a:r>
        </a:p>
      </dgm:t>
    </dgm:pt>
    <dgm:pt modelId="{BA5398F8-DDB5-BA46-879F-0B8D8731E013}" type="parTrans" cxnId="{222EEB64-3A3F-F044-8596-2D541F7CBB69}">
      <dgm:prSet/>
      <dgm:spPr/>
      <dgm:t>
        <a:bodyPr/>
        <a:lstStyle/>
        <a:p>
          <a:endParaRPr lang="en-US"/>
        </a:p>
      </dgm:t>
    </dgm:pt>
    <dgm:pt modelId="{98440255-149F-4C4B-9DD9-130237F5CE05}" type="sibTrans" cxnId="{222EEB64-3A3F-F044-8596-2D541F7CBB69}">
      <dgm:prSet/>
      <dgm:spPr/>
      <dgm:t>
        <a:bodyPr/>
        <a:lstStyle/>
        <a:p>
          <a:endParaRPr lang="en-US"/>
        </a:p>
      </dgm:t>
    </dgm:pt>
    <dgm:pt modelId="{00524154-6454-B044-B88D-BB9CE66C80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Real datasets don’t match theory perfectly </a:t>
          </a:r>
        </a:p>
      </dgm:t>
    </dgm:pt>
    <dgm:pt modelId="{7F61C93C-D171-E945-863E-D9F593EACFC5}" type="parTrans" cxnId="{5959F987-4DB4-5847-A059-130B6A043F10}">
      <dgm:prSet/>
      <dgm:spPr/>
      <dgm:t>
        <a:bodyPr/>
        <a:lstStyle/>
        <a:p>
          <a:endParaRPr lang="en-US"/>
        </a:p>
      </dgm:t>
    </dgm:pt>
    <dgm:pt modelId="{63EF1558-7133-B14D-A4C4-4371D3D89366}" type="sibTrans" cxnId="{5959F987-4DB4-5847-A059-130B6A043F10}">
      <dgm:prSet/>
      <dgm:spPr/>
      <dgm:t>
        <a:bodyPr/>
        <a:lstStyle/>
        <a:p>
          <a:endParaRPr lang="en-US"/>
        </a:p>
      </dgm:t>
    </dgm:pt>
    <dgm:pt modelId="{37AA29FD-5268-7B40-9A7D-55E74BDBB5E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Threshold tuning is critical </a:t>
          </a:r>
        </a:p>
      </dgm:t>
    </dgm:pt>
    <dgm:pt modelId="{04EEE606-CC15-BD4B-99BE-957521241545}" type="parTrans" cxnId="{90FAC4A4-2ACB-A046-BD41-B1047CAA7AF9}">
      <dgm:prSet/>
      <dgm:spPr/>
      <dgm:t>
        <a:bodyPr/>
        <a:lstStyle/>
        <a:p>
          <a:endParaRPr lang="en-US"/>
        </a:p>
      </dgm:t>
    </dgm:pt>
    <dgm:pt modelId="{E08FAE9F-5808-8E4D-BA9F-0A196535AB90}" type="sibTrans" cxnId="{90FAC4A4-2ACB-A046-BD41-B1047CAA7AF9}">
      <dgm:prSet/>
      <dgm:spPr/>
      <dgm:t>
        <a:bodyPr/>
        <a:lstStyle/>
        <a:p>
          <a:endParaRPr lang="en-US"/>
        </a:p>
      </dgm:t>
    </dgm:pt>
    <dgm:pt modelId="{381BD407-0575-BF40-8E08-928192275F2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Data modeling matters for visualization </a:t>
          </a:r>
        </a:p>
      </dgm:t>
    </dgm:pt>
    <dgm:pt modelId="{DC85FFFC-77A0-F547-A7FD-F082853D1385}" type="parTrans" cxnId="{C3DBD6A8-8E40-044F-9BC2-CDD86262E674}">
      <dgm:prSet/>
      <dgm:spPr/>
      <dgm:t>
        <a:bodyPr/>
        <a:lstStyle/>
        <a:p>
          <a:endParaRPr lang="en-US"/>
        </a:p>
      </dgm:t>
    </dgm:pt>
    <dgm:pt modelId="{9A276B6A-FC9F-8A49-BFE0-1E0382DE045C}" type="sibTrans" cxnId="{C3DBD6A8-8E40-044F-9BC2-CDD86262E674}">
      <dgm:prSet/>
      <dgm:spPr/>
      <dgm:t>
        <a:bodyPr/>
        <a:lstStyle/>
        <a:p>
          <a:endParaRPr lang="en-US"/>
        </a:p>
      </dgm:t>
    </dgm:pt>
    <dgm:pt modelId="{BD1B49E5-2396-AA46-8CB5-F535A3C176C4}" type="pres">
      <dgm:prSet presAssocID="{DBB13FE4-B9CA-B748-8B1F-6E997831A292}" presName="outerComposite" presStyleCnt="0">
        <dgm:presLayoutVars>
          <dgm:chMax val="5"/>
          <dgm:dir/>
          <dgm:resizeHandles val="exact"/>
        </dgm:presLayoutVars>
      </dgm:prSet>
      <dgm:spPr/>
    </dgm:pt>
    <dgm:pt modelId="{E87EA959-66B5-E34E-86AC-E428E68B6A99}" type="pres">
      <dgm:prSet presAssocID="{DBB13FE4-B9CA-B748-8B1F-6E997831A292}" presName="dummyMaxCanvas" presStyleCnt="0">
        <dgm:presLayoutVars/>
      </dgm:prSet>
      <dgm:spPr/>
    </dgm:pt>
    <dgm:pt modelId="{0471B851-3609-C249-B40C-B3F35057510E}" type="pres">
      <dgm:prSet presAssocID="{DBB13FE4-B9CA-B748-8B1F-6E997831A292}" presName="FourNodes_1" presStyleLbl="node1" presStyleIdx="0" presStyleCnt="4">
        <dgm:presLayoutVars>
          <dgm:bulletEnabled val="1"/>
        </dgm:presLayoutVars>
      </dgm:prSet>
      <dgm:spPr/>
    </dgm:pt>
    <dgm:pt modelId="{FDA027C6-D23C-DD49-B1C4-081C638015FF}" type="pres">
      <dgm:prSet presAssocID="{DBB13FE4-B9CA-B748-8B1F-6E997831A292}" presName="FourNodes_2" presStyleLbl="node1" presStyleIdx="1" presStyleCnt="4">
        <dgm:presLayoutVars>
          <dgm:bulletEnabled val="1"/>
        </dgm:presLayoutVars>
      </dgm:prSet>
      <dgm:spPr/>
    </dgm:pt>
    <dgm:pt modelId="{8DB594DF-79D5-E44B-9850-EA48EA0A4594}" type="pres">
      <dgm:prSet presAssocID="{DBB13FE4-B9CA-B748-8B1F-6E997831A292}" presName="FourNodes_3" presStyleLbl="node1" presStyleIdx="2" presStyleCnt="4">
        <dgm:presLayoutVars>
          <dgm:bulletEnabled val="1"/>
        </dgm:presLayoutVars>
      </dgm:prSet>
      <dgm:spPr/>
    </dgm:pt>
    <dgm:pt modelId="{1B2E4506-225F-C640-A600-232E347F3454}" type="pres">
      <dgm:prSet presAssocID="{DBB13FE4-B9CA-B748-8B1F-6E997831A292}" presName="FourNodes_4" presStyleLbl="node1" presStyleIdx="3" presStyleCnt="4">
        <dgm:presLayoutVars>
          <dgm:bulletEnabled val="1"/>
        </dgm:presLayoutVars>
      </dgm:prSet>
      <dgm:spPr/>
    </dgm:pt>
    <dgm:pt modelId="{9993F6A8-934C-3344-AFE5-07D1BDC50077}" type="pres">
      <dgm:prSet presAssocID="{DBB13FE4-B9CA-B748-8B1F-6E997831A292}" presName="FourConn_1-2" presStyleLbl="fgAccFollowNode1" presStyleIdx="0" presStyleCnt="3">
        <dgm:presLayoutVars>
          <dgm:bulletEnabled val="1"/>
        </dgm:presLayoutVars>
      </dgm:prSet>
      <dgm:spPr/>
    </dgm:pt>
    <dgm:pt modelId="{3E375F0B-F713-8D44-9772-3DFEA377AAA6}" type="pres">
      <dgm:prSet presAssocID="{DBB13FE4-B9CA-B748-8B1F-6E997831A292}" presName="FourConn_2-3" presStyleLbl="fgAccFollowNode1" presStyleIdx="1" presStyleCnt="3">
        <dgm:presLayoutVars>
          <dgm:bulletEnabled val="1"/>
        </dgm:presLayoutVars>
      </dgm:prSet>
      <dgm:spPr/>
    </dgm:pt>
    <dgm:pt modelId="{192983B6-28BA-6542-8AB9-9C28E10338E7}" type="pres">
      <dgm:prSet presAssocID="{DBB13FE4-B9CA-B748-8B1F-6E997831A292}" presName="FourConn_3-4" presStyleLbl="fgAccFollowNode1" presStyleIdx="2" presStyleCnt="3">
        <dgm:presLayoutVars>
          <dgm:bulletEnabled val="1"/>
        </dgm:presLayoutVars>
      </dgm:prSet>
      <dgm:spPr/>
    </dgm:pt>
    <dgm:pt modelId="{F2D942F6-AE76-8C40-ABBE-76345DC2621A}" type="pres">
      <dgm:prSet presAssocID="{DBB13FE4-B9CA-B748-8B1F-6E997831A292}" presName="FourNodes_1_text" presStyleLbl="node1" presStyleIdx="3" presStyleCnt="4">
        <dgm:presLayoutVars>
          <dgm:bulletEnabled val="1"/>
        </dgm:presLayoutVars>
      </dgm:prSet>
      <dgm:spPr/>
    </dgm:pt>
    <dgm:pt modelId="{707CD039-1B35-DD4C-9297-48A46FAAF8CE}" type="pres">
      <dgm:prSet presAssocID="{DBB13FE4-B9CA-B748-8B1F-6E997831A292}" presName="FourNodes_2_text" presStyleLbl="node1" presStyleIdx="3" presStyleCnt="4">
        <dgm:presLayoutVars>
          <dgm:bulletEnabled val="1"/>
        </dgm:presLayoutVars>
      </dgm:prSet>
      <dgm:spPr/>
    </dgm:pt>
    <dgm:pt modelId="{29862DDD-9B22-B84C-B213-4F15DFA6C5B1}" type="pres">
      <dgm:prSet presAssocID="{DBB13FE4-B9CA-B748-8B1F-6E997831A292}" presName="FourNodes_3_text" presStyleLbl="node1" presStyleIdx="3" presStyleCnt="4">
        <dgm:presLayoutVars>
          <dgm:bulletEnabled val="1"/>
        </dgm:presLayoutVars>
      </dgm:prSet>
      <dgm:spPr/>
    </dgm:pt>
    <dgm:pt modelId="{5E33954A-EA44-9B46-BEC6-FFF71D7ADF4B}" type="pres">
      <dgm:prSet presAssocID="{DBB13FE4-B9CA-B748-8B1F-6E997831A2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2376617-1FDE-4345-B556-3E69A77EC791}" type="presOf" srcId="{63EF1558-7133-B14D-A4C4-4371D3D89366}" destId="{3E375F0B-F713-8D44-9772-3DFEA377AAA6}" srcOrd="0" destOrd="0" presId="urn:microsoft.com/office/officeart/2005/8/layout/vProcess5"/>
    <dgm:cxn modelId="{E173ED50-AC5D-ED46-B049-5D754BEB4C01}" type="presOf" srcId="{37AA29FD-5268-7B40-9A7D-55E74BDBB5E7}" destId="{8DB594DF-79D5-E44B-9850-EA48EA0A4594}" srcOrd="0" destOrd="0" presId="urn:microsoft.com/office/officeart/2005/8/layout/vProcess5"/>
    <dgm:cxn modelId="{DFE6565F-A190-484F-B586-E9ABA9974D72}" type="presOf" srcId="{45835790-3901-D444-B402-38D317EC5DA4}" destId="{F2D942F6-AE76-8C40-ABBE-76345DC2621A}" srcOrd="1" destOrd="0" presId="urn:microsoft.com/office/officeart/2005/8/layout/vProcess5"/>
    <dgm:cxn modelId="{222EEB64-3A3F-F044-8596-2D541F7CBB69}" srcId="{DBB13FE4-B9CA-B748-8B1F-6E997831A292}" destId="{45835790-3901-D444-B402-38D317EC5DA4}" srcOrd="0" destOrd="0" parTransId="{BA5398F8-DDB5-BA46-879F-0B8D8731E013}" sibTransId="{98440255-149F-4C4B-9DD9-130237F5CE05}"/>
    <dgm:cxn modelId="{0C4B5366-2A69-E048-99F2-6739E7C82FF3}" type="presOf" srcId="{00524154-6454-B044-B88D-BB9CE66C804A}" destId="{FDA027C6-D23C-DD49-B1C4-081C638015FF}" srcOrd="0" destOrd="0" presId="urn:microsoft.com/office/officeart/2005/8/layout/vProcess5"/>
    <dgm:cxn modelId="{D0698F6C-99BD-0343-822D-E9AF79FD45F8}" type="presOf" srcId="{DBB13FE4-B9CA-B748-8B1F-6E997831A292}" destId="{BD1B49E5-2396-AA46-8CB5-F535A3C176C4}" srcOrd="0" destOrd="0" presId="urn:microsoft.com/office/officeart/2005/8/layout/vProcess5"/>
    <dgm:cxn modelId="{18FC496D-CF34-6640-B3C5-17AED08B10A1}" type="presOf" srcId="{E08FAE9F-5808-8E4D-BA9F-0A196535AB90}" destId="{192983B6-28BA-6542-8AB9-9C28E10338E7}" srcOrd="0" destOrd="0" presId="urn:microsoft.com/office/officeart/2005/8/layout/vProcess5"/>
    <dgm:cxn modelId="{3EA2F26E-2D96-5E42-A229-C23B0D72ECF8}" type="presOf" srcId="{45835790-3901-D444-B402-38D317EC5DA4}" destId="{0471B851-3609-C249-B40C-B3F35057510E}" srcOrd="0" destOrd="0" presId="urn:microsoft.com/office/officeart/2005/8/layout/vProcess5"/>
    <dgm:cxn modelId="{5959F987-4DB4-5847-A059-130B6A043F10}" srcId="{DBB13FE4-B9CA-B748-8B1F-6E997831A292}" destId="{00524154-6454-B044-B88D-BB9CE66C804A}" srcOrd="1" destOrd="0" parTransId="{7F61C93C-D171-E945-863E-D9F593EACFC5}" sibTransId="{63EF1558-7133-B14D-A4C4-4371D3D89366}"/>
    <dgm:cxn modelId="{095F4395-3411-6945-ABD4-D31CF8D54271}" type="presOf" srcId="{381BD407-0575-BF40-8E08-928192275F20}" destId="{1B2E4506-225F-C640-A600-232E347F3454}" srcOrd="0" destOrd="0" presId="urn:microsoft.com/office/officeart/2005/8/layout/vProcess5"/>
    <dgm:cxn modelId="{8F313A96-F6D2-B44F-A7EE-5B141764443E}" type="presOf" srcId="{98440255-149F-4C4B-9DD9-130237F5CE05}" destId="{9993F6A8-934C-3344-AFE5-07D1BDC50077}" srcOrd="0" destOrd="0" presId="urn:microsoft.com/office/officeart/2005/8/layout/vProcess5"/>
    <dgm:cxn modelId="{F257F89F-C5BD-2648-8EC2-EB440B10C20B}" type="presOf" srcId="{00524154-6454-B044-B88D-BB9CE66C804A}" destId="{707CD039-1B35-DD4C-9297-48A46FAAF8CE}" srcOrd="1" destOrd="0" presId="urn:microsoft.com/office/officeart/2005/8/layout/vProcess5"/>
    <dgm:cxn modelId="{90FAC4A4-2ACB-A046-BD41-B1047CAA7AF9}" srcId="{DBB13FE4-B9CA-B748-8B1F-6E997831A292}" destId="{37AA29FD-5268-7B40-9A7D-55E74BDBB5E7}" srcOrd="2" destOrd="0" parTransId="{04EEE606-CC15-BD4B-99BE-957521241545}" sibTransId="{E08FAE9F-5808-8E4D-BA9F-0A196535AB90}"/>
    <dgm:cxn modelId="{C3DBD6A8-8E40-044F-9BC2-CDD86262E674}" srcId="{DBB13FE4-B9CA-B748-8B1F-6E997831A292}" destId="{381BD407-0575-BF40-8E08-928192275F20}" srcOrd="3" destOrd="0" parTransId="{DC85FFFC-77A0-F547-A7FD-F082853D1385}" sibTransId="{9A276B6A-FC9F-8A49-BFE0-1E0382DE045C}"/>
    <dgm:cxn modelId="{858907A9-8125-F143-90FA-BA16CB9C02F9}" type="presOf" srcId="{37AA29FD-5268-7B40-9A7D-55E74BDBB5E7}" destId="{29862DDD-9B22-B84C-B213-4F15DFA6C5B1}" srcOrd="1" destOrd="0" presId="urn:microsoft.com/office/officeart/2005/8/layout/vProcess5"/>
    <dgm:cxn modelId="{631679AF-E530-774C-8AE4-40DC32DA2544}" type="presOf" srcId="{381BD407-0575-BF40-8E08-928192275F20}" destId="{5E33954A-EA44-9B46-BEC6-FFF71D7ADF4B}" srcOrd="1" destOrd="0" presId="urn:microsoft.com/office/officeart/2005/8/layout/vProcess5"/>
    <dgm:cxn modelId="{340B1BCB-A8ED-7148-8AA8-9213D9589985}" type="presParOf" srcId="{BD1B49E5-2396-AA46-8CB5-F535A3C176C4}" destId="{E87EA959-66B5-E34E-86AC-E428E68B6A99}" srcOrd="0" destOrd="0" presId="urn:microsoft.com/office/officeart/2005/8/layout/vProcess5"/>
    <dgm:cxn modelId="{91455918-12B4-4741-AC63-012519F7280C}" type="presParOf" srcId="{BD1B49E5-2396-AA46-8CB5-F535A3C176C4}" destId="{0471B851-3609-C249-B40C-B3F35057510E}" srcOrd="1" destOrd="0" presId="urn:microsoft.com/office/officeart/2005/8/layout/vProcess5"/>
    <dgm:cxn modelId="{15BF77EE-3F84-5945-A7E9-EA6EA180CCD3}" type="presParOf" srcId="{BD1B49E5-2396-AA46-8CB5-F535A3C176C4}" destId="{FDA027C6-D23C-DD49-B1C4-081C638015FF}" srcOrd="2" destOrd="0" presId="urn:microsoft.com/office/officeart/2005/8/layout/vProcess5"/>
    <dgm:cxn modelId="{50496A27-FE8D-5C4D-843F-E757E1E50C56}" type="presParOf" srcId="{BD1B49E5-2396-AA46-8CB5-F535A3C176C4}" destId="{8DB594DF-79D5-E44B-9850-EA48EA0A4594}" srcOrd="3" destOrd="0" presId="urn:microsoft.com/office/officeart/2005/8/layout/vProcess5"/>
    <dgm:cxn modelId="{C1ABE973-2FF7-EB48-B8B8-DD8EF5B848BF}" type="presParOf" srcId="{BD1B49E5-2396-AA46-8CB5-F535A3C176C4}" destId="{1B2E4506-225F-C640-A600-232E347F3454}" srcOrd="4" destOrd="0" presId="urn:microsoft.com/office/officeart/2005/8/layout/vProcess5"/>
    <dgm:cxn modelId="{4D45EC16-D933-B744-B0F5-626B14E6EB6C}" type="presParOf" srcId="{BD1B49E5-2396-AA46-8CB5-F535A3C176C4}" destId="{9993F6A8-934C-3344-AFE5-07D1BDC50077}" srcOrd="5" destOrd="0" presId="urn:microsoft.com/office/officeart/2005/8/layout/vProcess5"/>
    <dgm:cxn modelId="{63BA6A0A-405B-EC47-850D-EBD9FE97AFCD}" type="presParOf" srcId="{BD1B49E5-2396-AA46-8CB5-F535A3C176C4}" destId="{3E375F0B-F713-8D44-9772-3DFEA377AAA6}" srcOrd="6" destOrd="0" presId="urn:microsoft.com/office/officeart/2005/8/layout/vProcess5"/>
    <dgm:cxn modelId="{839A806D-D43A-2449-870D-5F64531E0D85}" type="presParOf" srcId="{BD1B49E5-2396-AA46-8CB5-F535A3C176C4}" destId="{192983B6-28BA-6542-8AB9-9C28E10338E7}" srcOrd="7" destOrd="0" presId="urn:microsoft.com/office/officeart/2005/8/layout/vProcess5"/>
    <dgm:cxn modelId="{BD9D2FE2-2D27-8D43-AF2A-2C5868B57031}" type="presParOf" srcId="{BD1B49E5-2396-AA46-8CB5-F535A3C176C4}" destId="{F2D942F6-AE76-8C40-ABBE-76345DC2621A}" srcOrd="8" destOrd="0" presId="urn:microsoft.com/office/officeart/2005/8/layout/vProcess5"/>
    <dgm:cxn modelId="{3C84DB4F-C6EE-D940-B42E-585152703833}" type="presParOf" srcId="{BD1B49E5-2396-AA46-8CB5-F535A3C176C4}" destId="{707CD039-1B35-DD4C-9297-48A46FAAF8CE}" srcOrd="9" destOrd="0" presId="urn:microsoft.com/office/officeart/2005/8/layout/vProcess5"/>
    <dgm:cxn modelId="{0F62A7EA-DA63-E243-BB10-9CB14ED0CD16}" type="presParOf" srcId="{BD1B49E5-2396-AA46-8CB5-F535A3C176C4}" destId="{29862DDD-9B22-B84C-B213-4F15DFA6C5B1}" srcOrd="10" destOrd="0" presId="urn:microsoft.com/office/officeart/2005/8/layout/vProcess5"/>
    <dgm:cxn modelId="{C030DBD5-0F73-8446-B93D-63143A563783}" type="presParOf" srcId="{BD1B49E5-2396-AA46-8CB5-F535A3C176C4}" destId="{5E33954A-EA44-9B46-BEC6-FFF71D7ADF4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593E4-ED6A-514B-BFB4-861F483E35F9}">
      <dsp:nvSpPr>
        <dsp:cNvPr id="0" name=""/>
        <dsp:cNvSpPr/>
      </dsp:nvSpPr>
      <dsp:spPr>
        <a:xfrm rot="5400000">
          <a:off x="1972045" y="852156"/>
          <a:ext cx="741618" cy="844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E935EC1-5962-DD4F-BF31-7D5829BAC272}">
      <dsp:nvSpPr>
        <dsp:cNvPr id="0" name=""/>
        <dsp:cNvSpPr/>
      </dsp:nvSpPr>
      <dsp:spPr>
        <a:xfrm>
          <a:off x="1775561" y="30056"/>
          <a:ext cx="1248449" cy="873874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 ingestion into Neo4j graph</a:t>
          </a:r>
        </a:p>
      </dsp:txBody>
      <dsp:txXfrm>
        <a:off x="1818228" y="72723"/>
        <a:ext cx="1163115" cy="788540"/>
      </dsp:txXfrm>
    </dsp:sp>
    <dsp:sp modelId="{3997CBA7-330B-D548-B32D-0AFAEF18379F}">
      <dsp:nvSpPr>
        <dsp:cNvPr id="0" name=""/>
        <dsp:cNvSpPr/>
      </dsp:nvSpPr>
      <dsp:spPr>
        <a:xfrm>
          <a:off x="3024010" y="113400"/>
          <a:ext cx="908003" cy="706303"/>
        </a:xfrm>
        <a:prstGeom prst="rect">
          <a:avLst/>
        </a:prstGeom>
        <a:noFill/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CDBB6C-6D53-8E40-A4CD-639D4B532B3C}">
      <dsp:nvSpPr>
        <dsp:cNvPr id="0" name=""/>
        <dsp:cNvSpPr/>
      </dsp:nvSpPr>
      <dsp:spPr>
        <a:xfrm rot="5400000">
          <a:off x="3007142" y="1833805"/>
          <a:ext cx="741618" cy="844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3439810"/>
            <a:satOff val="-26912"/>
            <a:lumOff val="23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7BBFCCC-599A-454E-9588-E10AE739BA65}">
      <dsp:nvSpPr>
        <dsp:cNvPr id="0" name=""/>
        <dsp:cNvSpPr/>
      </dsp:nvSpPr>
      <dsp:spPr>
        <a:xfrm>
          <a:off x="2810658" y="1011705"/>
          <a:ext cx="1248449" cy="873874"/>
        </a:xfrm>
        <a:prstGeom prst="roundRect">
          <a:avLst>
            <a:gd name="adj" fmla="val 166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Graph modeling (accounts + transactions)</a:t>
          </a:r>
        </a:p>
      </dsp:txBody>
      <dsp:txXfrm>
        <a:off x="2853325" y="1054372"/>
        <a:ext cx="1163115" cy="788540"/>
      </dsp:txXfrm>
    </dsp:sp>
    <dsp:sp modelId="{FE328E83-C462-964A-A60D-70AA85068D95}">
      <dsp:nvSpPr>
        <dsp:cNvPr id="0" name=""/>
        <dsp:cNvSpPr/>
      </dsp:nvSpPr>
      <dsp:spPr>
        <a:xfrm>
          <a:off x="4059107" y="1095049"/>
          <a:ext cx="908003" cy="706303"/>
        </a:xfrm>
        <a:prstGeom prst="rect">
          <a:avLst/>
        </a:prstGeom>
        <a:noFill/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794D49-456B-204A-82EA-4032AAF316FF}">
      <dsp:nvSpPr>
        <dsp:cNvPr id="0" name=""/>
        <dsp:cNvSpPr/>
      </dsp:nvSpPr>
      <dsp:spPr>
        <a:xfrm rot="5400000">
          <a:off x="4042239" y="2815454"/>
          <a:ext cx="741618" cy="844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6879619"/>
            <a:satOff val="-53825"/>
            <a:lumOff val="470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319D3E6-7F5E-2640-B69C-0192C916D57E}">
      <dsp:nvSpPr>
        <dsp:cNvPr id="0" name=""/>
        <dsp:cNvSpPr/>
      </dsp:nvSpPr>
      <dsp:spPr>
        <a:xfrm>
          <a:off x="3845755" y="1993354"/>
          <a:ext cx="1248449" cy="873874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Fraud detection signals</a:t>
          </a:r>
        </a:p>
      </dsp:txBody>
      <dsp:txXfrm>
        <a:off x="3888422" y="2036021"/>
        <a:ext cx="1163115" cy="788540"/>
      </dsp:txXfrm>
    </dsp:sp>
    <dsp:sp modelId="{97B65F8B-8BE8-7A4B-92FD-B1F68262CB52}">
      <dsp:nvSpPr>
        <dsp:cNvPr id="0" name=""/>
        <dsp:cNvSpPr/>
      </dsp:nvSpPr>
      <dsp:spPr>
        <a:xfrm>
          <a:off x="5094205" y="2076698"/>
          <a:ext cx="908003" cy="706303"/>
        </a:xfrm>
        <a:prstGeom prst="rect">
          <a:avLst/>
        </a:prstGeom>
        <a:noFill/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8DFC99-F14F-6E40-A4FF-45FDA5045163}">
      <dsp:nvSpPr>
        <dsp:cNvPr id="0" name=""/>
        <dsp:cNvSpPr/>
      </dsp:nvSpPr>
      <dsp:spPr>
        <a:xfrm rot="5400000">
          <a:off x="5077336" y="3797103"/>
          <a:ext cx="741618" cy="844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10319429"/>
            <a:satOff val="-80737"/>
            <a:lumOff val="706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9CCC1B1-91FA-B740-9348-F4C39031CC6B}">
      <dsp:nvSpPr>
        <dsp:cNvPr id="0" name=""/>
        <dsp:cNvSpPr/>
      </dsp:nvSpPr>
      <dsp:spPr>
        <a:xfrm>
          <a:off x="4880853" y="2975003"/>
          <a:ext cx="1248449" cy="873874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Star schema transformation</a:t>
          </a:r>
        </a:p>
      </dsp:txBody>
      <dsp:txXfrm>
        <a:off x="4923520" y="3017670"/>
        <a:ext cx="1163115" cy="788540"/>
      </dsp:txXfrm>
    </dsp:sp>
    <dsp:sp modelId="{6D605938-2C28-874D-AFDB-12328762215E}">
      <dsp:nvSpPr>
        <dsp:cNvPr id="0" name=""/>
        <dsp:cNvSpPr/>
      </dsp:nvSpPr>
      <dsp:spPr>
        <a:xfrm>
          <a:off x="6129302" y="3058347"/>
          <a:ext cx="908003" cy="706303"/>
        </a:xfrm>
        <a:prstGeom prst="rect">
          <a:avLst/>
        </a:prstGeom>
        <a:noFill/>
        <a:ln w="9525" cap="flat" cmpd="sng" algn="ctr"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5AED3C-BB16-B743-A557-A54E8E26AC84}">
      <dsp:nvSpPr>
        <dsp:cNvPr id="0" name=""/>
        <dsp:cNvSpPr/>
      </dsp:nvSpPr>
      <dsp:spPr>
        <a:xfrm>
          <a:off x="5915950" y="3956652"/>
          <a:ext cx="1248449" cy="873874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Power BI dashboard</a:t>
          </a:r>
        </a:p>
      </dsp:txBody>
      <dsp:txXfrm>
        <a:off x="5958617" y="3999319"/>
        <a:ext cx="1163115" cy="7885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AD17E-C7D4-7145-BF1F-66D384CD8C30}">
      <dsp:nvSpPr>
        <dsp:cNvPr id="0" name=""/>
        <dsp:cNvSpPr/>
      </dsp:nvSpPr>
      <dsp:spPr>
        <a:xfrm>
          <a:off x="594" y="354887"/>
          <a:ext cx="2319620" cy="139177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Fraud is rarely isolated behavior</a:t>
          </a:r>
        </a:p>
      </dsp:txBody>
      <dsp:txXfrm>
        <a:off x="594" y="354887"/>
        <a:ext cx="2319620" cy="1391772"/>
      </dsp:txXfrm>
    </dsp:sp>
    <dsp:sp modelId="{2EB7E45E-44CF-C448-84A8-33A81171E1DB}">
      <dsp:nvSpPr>
        <dsp:cNvPr id="0" name=""/>
        <dsp:cNvSpPr/>
      </dsp:nvSpPr>
      <dsp:spPr>
        <a:xfrm>
          <a:off x="2552177" y="354887"/>
          <a:ext cx="2319620" cy="139177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27022"/>
                <a:satOff val="37017"/>
                <a:lumOff val="20253"/>
                <a:alphaOff val="0"/>
                <a:tint val="100000"/>
                <a:shade val="100000"/>
              </a:schemeClr>
            </a:gs>
            <a:gs pos="100000">
              <a:schemeClr val="accent1">
                <a:shade val="50000"/>
                <a:hueOff val="-27022"/>
                <a:satOff val="37017"/>
                <a:lumOff val="20253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Often involves networks of accounts</a:t>
          </a:r>
        </a:p>
      </dsp:txBody>
      <dsp:txXfrm>
        <a:off x="2552177" y="354887"/>
        <a:ext cx="2319620" cy="1391772"/>
      </dsp:txXfrm>
    </dsp:sp>
    <dsp:sp modelId="{7883DAE6-241D-DA45-ACB7-D7D91013141A}">
      <dsp:nvSpPr>
        <dsp:cNvPr id="0" name=""/>
        <dsp:cNvSpPr/>
      </dsp:nvSpPr>
      <dsp:spPr>
        <a:xfrm>
          <a:off x="571998" y="1978621"/>
          <a:ext cx="3728395" cy="139177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27022"/>
                <a:satOff val="37017"/>
                <a:lumOff val="20253"/>
                <a:alphaOff val="0"/>
                <a:tint val="100000"/>
                <a:shade val="100000"/>
              </a:schemeClr>
            </a:gs>
            <a:gs pos="100000">
              <a:schemeClr val="accent1">
                <a:shade val="50000"/>
                <a:hueOff val="-27022"/>
                <a:satOff val="37017"/>
                <a:lumOff val="20253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Traditional row-based analysis misses relationships</a:t>
          </a:r>
        </a:p>
      </dsp:txBody>
      <dsp:txXfrm>
        <a:off x="571998" y="1978621"/>
        <a:ext cx="3728395" cy="13917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96EA7-7D99-1243-A357-3BC6AE7762D5}">
      <dsp:nvSpPr>
        <dsp:cNvPr id="0" name=""/>
        <dsp:cNvSpPr/>
      </dsp:nvSpPr>
      <dsp:spPr>
        <a:xfrm>
          <a:off x="0" y="0"/>
          <a:ext cx="4872392" cy="1164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Nodes → Accounts</a:t>
          </a:r>
        </a:p>
      </dsp:txBody>
      <dsp:txXfrm>
        <a:off x="1090893" y="0"/>
        <a:ext cx="3781498" cy="1164150"/>
      </dsp:txXfrm>
    </dsp:sp>
    <dsp:sp modelId="{5A9114B9-E8C0-E54E-9551-2E9852BE53A1}">
      <dsp:nvSpPr>
        <dsp:cNvPr id="0" name=""/>
        <dsp:cNvSpPr/>
      </dsp:nvSpPr>
      <dsp:spPr>
        <a:xfrm>
          <a:off x="116415" y="116415"/>
          <a:ext cx="974478" cy="931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E982D1B-A5E3-AC47-98F8-D25F65F0322B}">
      <dsp:nvSpPr>
        <dsp:cNvPr id="0" name=""/>
        <dsp:cNvSpPr/>
      </dsp:nvSpPr>
      <dsp:spPr>
        <a:xfrm>
          <a:off x="0" y="1280565"/>
          <a:ext cx="4872392" cy="1164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Edges → Transactions</a:t>
          </a:r>
        </a:p>
      </dsp:txBody>
      <dsp:txXfrm>
        <a:off x="1090893" y="1280565"/>
        <a:ext cx="3781498" cy="1164150"/>
      </dsp:txXfrm>
    </dsp:sp>
    <dsp:sp modelId="{554156DD-A1E1-6840-BC07-794515B3CDBB}">
      <dsp:nvSpPr>
        <dsp:cNvPr id="0" name=""/>
        <dsp:cNvSpPr/>
      </dsp:nvSpPr>
      <dsp:spPr>
        <a:xfrm>
          <a:off x="116415" y="1396980"/>
          <a:ext cx="974478" cy="931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2D81C36-80DE-9646-93E0-2D277FAD61CA}">
      <dsp:nvSpPr>
        <dsp:cNvPr id="0" name=""/>
        <dsp:cNvSpPr/>
      </dsp:nvSpPr>
      <dsp:spPr>
        <a:xfrm>
          <a:off x="0" y="2561130"/>
          <a:ext cx="4872392" cy="1164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Captures </a:t>
          </a:r>
          <a:r>
            <a:rPr lang="en-US" sz="2600" kern="1200" dirty="0"/>
            <a:t>flow of money between entities</a:t>
          </a:r>
        </a:p>
      </dsp:txBody>
      <dsp:txXfrm>
        <a:off x="1090893" y="2561130"/>
        <a:ext cx="3781498" cy="1164150"/>
      </dsp:txXfrm>
    </dsp:sp>
    <dsp:sp modelId="{BDE7C4E7-C05B-654B-803C-A822F2116CDC}">
      <dsp:nvSpPr>
        <dsp:cNvPr id="0" name=""/>
        <dsp:cNvSpPr/>
      </dsp:nvSpPr>
      <dsp:spPr>
        <a:xfrm>
          <a:off x="116415" y="2677545"/>
          <a:ext cx="974478" cy="9313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FFB19-0D8A-9143-809A-3980333E36C4}">
      <dsp:nvSpPr>
        <dsp:cNvPr id="0" name=""/>
        <dsp:cNvSpPr/>
      </dsp:nvSpPr>
      <dsp:spPr>
        <a:xfrm>
          <a:off x="3974" y="606367"/>
          <a:ext cx="1523468" cy="5738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Transfer → Cash-Out</a:t>
          </a:r>
        </a:p>
      </dsp:txBody>
      <dsp:txXfrm>
        <a:off x="3974" y="606367"/>
        <a:ext cx="1523468" cy="573838"/>
      </dsp:txXfrm>
    </dsp:sp>
    <dsp:sp modelId="{4A536394-E901-1341-BB20-7F71876C6C18}">
      <dsp:nvSpPr>
        <dsp:cNvPr id="0" name=""/>
        <dsp:cNvSpPr/>
      </dsp:nvSpPr>
      <dsp:spPr>
        <a:xfrm>
          <a:off x="3974" y="1180205"/>
          <a:ext cx="1523468" cy="25332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Rapid Movement Pattern</a:t>
          </a:r>
          <a:endParaRPr lang="en-US" sz="1200" kern="1200" dirty="0">
            <a:solidFill>
              <a:schemeClr val="tx1"/>
            </a:solidFill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Transfer followed by cash-out within 1–2 steps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Strong indicator of fraud behavior</a:t>
          </a:r>
        </a:p>
      </dsp:txBody>
      <dsp:txXfrm>
        <a:off x="3974" y="1180205"/>
        <a:ext cx="1523468" cy="2533227"/>
      </dsp:txXfrm>
    </dsp:sp>
    <dsp:sp modelId="{E4A1CAFC-4FBC-8445-99E1-D0114C70A751}">
      <dsp:nvSpPr>
        <dsp:cNvPr id="0" name=""/>
        <dsp:cNvSpPr/>
      </dsp:nvSpPr>
      <dsp:spPr>
        <a:xfrm>
          <a:off x="1740728" y="606367"/>
          <a:ext cx="1523468" cy="5738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Fan-In / Fan-Out</a:t>
          </a:r>
        </a:p>
      </dsp:txBody>
      <dsp:txXfrm>
        <a:off x="1740728" y="606367"/>
        <a:ext cx="1523468" cy="573838"/>
      </dsp:txXfrm>
    </dsp:sp>
    <dsp:sp modelId="{544B21EB-8D00-7146-88B0-130304FE23C6}">
      <dsp:nvSpPr>
        <dsp:cNvPr id="0" name=""/>
        <dsp:cNvSpPr/>
      </dsp:nvSpPr>
      <dsp:spPr>
        <a:xfrm>
          <a:off x="1740728" y="1180205"/>
          <a:ext cx="1523468" cy="25332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Unusual Connectivity</a:t>
          </a:r>
          <a:endParaRPr lang="en-US" sz="1200" kern="1200" dirty="0">
            <a:solidFill>
              <a:schemeClr val="tx1"/>
            </a:solidFill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Accounts with abnormal number of connections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Threshold: &gt; 3 standard deviations above mean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Grouped by time step for short-term spikes</a:t>
          </a:r>
        </a:p>
      </dsp:txBody>
      <dsp:txXfrm>
        <a:off x="1740728" y="1180205"/>
        <a:ext cx="1523468" cy="2533227"/>
      </dsp:txXfrm>
    </dsp:sp>
    <dsp:sp modelId="{A7775862-494B-6A4D-8D32-2DA4B7586690}">
      <dsp:nvSpPr>
        <dsp:cNvPr id="0" name=""/>
        <dsp:cNvSpPr/>
      </dsp:nvSpPr>
      <dsp:spPr>
        <a:xfrm>
          <a:off x="3477483" y="606367"/>
          <a:ext cx="1523468" cy="5738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Drain Behavior</a:t>
          </a:r>
        </a:p>
      </dsp:txBody>
      <dsp:txXfrm>
        <a:off x="3477483" y="606367"/>
        <a:ext cx="1523468" cy="573838"/>
      </dsp:txXfrm>
    </dsp:sp>
    <dsp:sp modelId="{EF01A5E5-BBEF-1F4A-9B76-868AC77938F6}">
      <dsp:nvSpPr>
        <dsp:cNvPr id="0" name=""/>
        <dsp:cNvSpPr/>
      </dsp:nvSpPr>
      <dsp:spPr>
        <a:xfrm>
          <a:off x="3477483" y="1180205"/>
          <a:ext cx="1523468" cy="25332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Rapid Outflow</a:t>
          </a:r>
          <a:endParaRPr lang="en-US" sz="1200" kern="1200" dirty="0">
            <a:solidFill>
              <a:schemeClr val="tx1"/>
            </a:solidFill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Account receives funds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Quickly transfers them out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Time window: 10 steps</a:t>
          </a:r>
        </a:p>
      </dsp:txBody>
      <dsp:txXfrm>
        <a:off x="3477483" y="1180205"/>
        <a:ext cx="1523468" cy="2533227"/>
      </dsp:txXfrm>
    </dsp:sp>
    <dsp:sp modelId="{86A50789-553C-7243-9CA0-DE75B0401AD7}">
      <dsp:nvSpPr>
        <dsp:cNvPr id="0" name=""/>
        <dsp:cNvSpPr/>
      </dsp:nvSpPr>
      <dsp:spPr>
        <a:xfrm>
          <a:off x="5214237" y="606367"/>
          <a:ext cx="1523468" cy="5738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Dense Communities (Rings)</a:t>
          </a:r>
        </a:p>
      </dsp:txBody>
      <dsp:txXfrm>
        <a:off x="5214237" y="606367"/>
        <a:ext cx="1523468" cy="573838"/>
      </dsp:txXfrm>
    </dsp:sp>
    <dsp:sp modelId="{088C8AFB-6E95-C349-9F3C-6926F57DA200}">
      <dsp:nvSpPr>
        <dsp:cNvPr id="0" name=""/>
        <dsp:cNvSpPr/>
      </dsp:nvSpPr>
      <dsp:spPr>
        <a:xfrm>
          <a:off x="5214237" y="1180205"/>
          <a:ext cx="1523468" cy="25332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 dirty="0"/>
            <a:t>Coordinated Groups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Louvain clustering used to detect communities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Small groups (3–15 accounts)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High internal transaction volume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High internal/external ratio</a:t>
          </a:r>
        </a:p>
      </dsp:txBody>
      <dsp:txXfrm>
        <a:off x="5214237" y="1180205"/>
        <a:ext cx="1523468" cy="2533227"/>
      </dsp:txXfrm>
    </dsp:sp>
    <dsp:sp modelId="{7997C868-9762-D24E-897A-A0EBFB23B7A1}">
      <dsp:nvSpPr>
        <dsp:cNvPr id="0" name=""/>
        <dsp:cNvSpPr/>
      </dsp:nvSpPr>
      <dsp:spPr>
        <a:xfrm>
          <a:off x="6950991" y="606367"/>
          <a:ext cx="1523468" cy="5738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</a:schemeClr>
            </a:gs>
          </a:gsLst>
          <a:lin ang="16200000" scaled="0"/>
          <a:tileRect/>
        </a:gra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Guilt by Association</a:t>
          </a:r>
        </a:p>
      </dsp:txBody>
      <dsp:txXfrm>
        <a:off x="6950991" y="606367"/>
        <a:ext cx="1523468" cy="573838"/>
      </dsp:txXfrm>
    </dsp:sp>
    <dsp:sp modelId="{D40D3976-D505-424E-89E1-114C8618AC2A}">
      <dsp:nvSpPr>
        <dsp:cNvPr id="0" name=""/>
        <dsp:cNvSpPr/>
      </dsp:nvSpPr>
      <dsp:spPr>
        <a:xfrm>
          <a:off x="6950991" y="1180205"/>
          <a:ext cx="1523468" cy="253322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kern="1200"/>
            <a:t>Network-Based Detection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Accounts flagged if connected to flagged accounts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bg1">
                  <a:lumMod val="75000"/>
                  <a:lumOff val="25000"/>
                </a:schemeClr>
              </a:solidFill>
            </a:rPr>
            <a:t>Threshold: ≥ 1 flagged neighbor</a:t>
          </a:r>
        </a:p>
      </dsp:txBody>
      <dsp:txXfrm>
        <a:off x="6950991" y="1180205"/>
        <a:ext cx="1523468" cy="25332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78D19-7C84-6D4A-A9D5-02F28748EA9B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Graph model effectively captured relationships</a:t>
          </a:r>
        </a:p>
      </dsp:txBody>
      <dsp:txXfrm>
        <a:off x="744" y="145603"/>
        <a:ext cx="2902148" cy="1741289"/>
      </dsp:txXfrm>
    </dsp:sp>
    <dsp:sp modelId="{1E098D3E-06E3-C64B-AB1E-6408AB0E26B8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shade val="50000"/>
            <a:hueOff val="-20267"/>
            <a:satOff val="27763"/>
            <a:lumOff val="1519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Transfer → cash-out signal was strong</a:t>
          </a:r>
        </a:p>
      </dsp:txBody>
      <dsp:txXfrm>
        <a:off x="3193107" y="145603"/>
        <a:ext cx="2902148" cy="1741289"/>
      </dsp:txXfrm>
    </dsp:sp>
    <dsp:sp modelId="{FDED144E-B708-194D-9F52-6777805CCDCB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shade val="50000"/>
            <a:hueOff val="-40533"/>
            <a:satOff val="55526"/>
            <a:lumOff val="3037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Community detection revealed clusters</a:t>
          </a:r>
        </a:p>
      </dsp:txBody>
      <dsp:txXfrm>
        <a:off x="744" y="2177107"/>
        <a:ext cx="2902148" cy="1741289"/>
      </dsp:txXfrm>
    </dsp:sp>
    <dsp:sp modelId="{A57BC66B-6087-9949-8080-B50D2DBDC108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shade val="50000"/>
            <a:hueOff val="-20267"/>
            <a:satOff val="27763"/>
            <a:lumOff val="1519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Pipeline to Power BI worked end-to-end</a:t>
          </a:r>
        </a:p>
      </dsp:txBody>
      <dsp:txXfrm>
        <a:off x="3193107" y="2177107"/>
        <a:ext cx="2902148" cy="17412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BD1EA-95F1-DD40-8B16-F38FC2A34515}">
      <dsp:nvSpPr>
        <dsp:cNvPr id="0" name=""/>
        <dsp:cNvSpPr/>
      </dsp:nvSpPr>
      <dsp:spPr>
        <a:xfrm>
          <a:off x="660861" y="0"/>
          <a:ext cx="7489767" cy="3675753"/>
        </a:xfrm>
        <a:prstGeom prst="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1D019-9679-5C4E-84DB-BBA528BF7460}">
      <dsp:nvSpPr>
        <dsp:cNvPr id="0" name=""/>
        <dsp:cNvSpPr/>
      </dsp:nvSpPr>
      <dsp:spPr>
        <a:xfrm>
          <a:off x="9465" y="1102725"/>
          <a:ext cx="2836198" cy="1470301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Node similarity (Jaccard) not effective</a:t>
          </a:r>
        </a:p>
      </dsp:txBody>
      <dsp:txXfrm>
        <a:off x="81239" y="1174499"/>
        <a:ext cx="2692650" cy="1326753"/>
      </dsp:txXfrm>
    </dsp:sp>
    <dsp:sp modelId="{204D1EBC-CF50-3A49-BEBC-D27F5CA7177B}">
      <dsp:nvSpPr>
        <dsp:cNvPr id="0" name=""/>
        <dsp:cNvSpPr/>
      </dsp:nvSpPr>
      <dsp:spPr>
        <a:xfrm>
          <a:off x="2987646" y="1102725"/>
          <a:ext cx="2836198" cy="1470301"/>
        </a:xfrm>
        <a:prstGeom prst="roundRect">
          <a:avLst/>
        </a:prstGeom>
        <a:solidFill>
          <a:schemeClr val="accent1">
            <a:shade val="50000"/>
            <a:hueOff val="-27022"/>
            <a:satOff val="37017"/>
            <a:lumOff val="202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Cycles not present in dataset</a:t>
          </a:r>
        </a:p>
      </dsp:txBody>
      <dsp:txXfrm>
        <a:off x="3059420" y="1174499"/>
        <a:ext cx="2692650" cy="1326753"/>
      </dsp:txXfrm>
    </dsp:sp>
    <dsp:sp modelId="{40A0820D-4466-5249-B93A-8D256CF60078}">
      <dsp:nvSpPr>
        <dsp:cNvPr id="0" name=""/>
        <dsp:cNvSpPr/>
      </dsp:nvSpPr>
      <dsp:spPr>
        <a:xfrm>
          <a:off x="5965826" y="1102725"/>
          <a:ext cx="2836198" cy="1470301"/>
        </a:xfrm>
        <a:prstGeom prst="roundRect">
          <a:avLst/>
        </a:prstGeom>
        <a:solidFill>
          <a:schemeClr val="accent1">
            <a:shade val="50000"/>
            <a:hueOff val="-27022"/>
            <a:satOff val="37017"/>
            <a:lumOff val="202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Some signals didn’t produce results</a:t>
          </a:r>
        </a:p>
      </dsp:txBody>
      <dsp:txXfrm>
        <a:off x="6037600" y="1174499"/>
        <a:ext cx="2692650" cy="13267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FB331-4E52-DC44-9CF2-8FDEDC187E5C}">
      <dsp:nvSpPr>
        <dsp:cNvPr id="0" name=""/>
        <dsp:cNvSpPr/>
      </dsp:nvSpPr>
      <dsp:spPr>
        <a:xfrm>
          <a:off x="2761169" y="0"/>
          <a:ext cx="3852403" cy="3852403"/>
        </a:xfrm>
        <a:prstGeom prst="triangl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BEFAEF-060E-A74C-BA69-2198E4EFBB86}">
      <dsp:nvSpPr>
        <dsp:cNvPr id="0" name=""/>
        <dsp:cNvSpPr/>
      </dsp:nvSpPr>
      <dsp:spPr>
        <a:xfrm>
          <a:off x="4687370" y="387309"/>
          <a:ext cx="2504061" cy="9119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Memory constraints (Louvain, similarity)</a:t>
          </a:r>
        </a:p>
      </dsp:txBody>
      <dsp:txXfrm>
        <a:off x="4731887" y="431826"/>
        <a:ext cx="2415027" cy="822902"/>
      </dsp:txXfrm>
    </dsp:sp>
    <dsp:sp modelId="{3D02BC5E-173E-7B44-9856-25AF0C7472C8}">
      <dsp:nvSpPr>
        <dsp:cNvPr id="0" name=""/>
        <dsp:cNvSpPr/>
      </dsp:nvSpPr>
      <dsp:spPr>
        <a:xfrm>
          <a:off x="4687370" y="1413237"/>
          <a:ext cx="2504061" cy="9119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Had to batch updates in Neo4j</a:t>
          </a:r>
        </a:p>
      </dsp:txBody>
      <dsp:txXfrm>
        <a:off x="4731887" y="1457754"/>
        <a:ext cx="2415027" cy="822902"/>
      </dsp:txXfrm>
    </dsp:sp>
    <dsp:sp modelId="{2B676BA9-DBD4-B046-891F-BBA6150034C0}">
      <dsp:nvSpPr>
        <dsp:cNvPr id="0" name=""/>
        <dsp:cNvSpPr/>
      </dsp:nvSpPr>
      <dsp:spPr>
        <a:xfrm>
          <a:off x="4687370" y="2439165"/>
          <a:ext cx="2504061" cy="9119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Precomputed statistics for fan-out</a:t>
          </a:r>
        </a:p>
      </dsp:txBody>
      <dsp:txXfrm>
        <a:off x="4731887" y="2483682"/>
        <a:ext cx="2415027" cy="8229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1B851-3609-C249-B40C-B3F35057510E}">
      <dsp:nvSpPr>
        <dsp:cNvPr id="0" name=""/>
        <dsp:cNvSpPr/>
      </dsp:nvSpPr>
      <dsp:spPr>
        <a:xfrm>
          <a:off x="0" y="0"/>
          <a:ext cx="7049192" cy="808665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Graph analysis &gt; traditional methods for fraud </a:t>
          </a:r>
        </a:p>
      </dsp:txBody>
      <dsp:txXfrm>
        <a:off x="23685" y="23685"/>
        <a:ext cx="6108247" cy="761295"/>
      </dsp:txXfrm>
    </dsp:sp>
    <dsp:sp modelId="{FDA027C6-D23C-DD49-B1C4-081C638015FF}">
      <dsp:nvSpPr>
        <dsp:cNvPr id="0" name=""/>
        <dsp:cNvSpPr/>
      </dsp:nvSpPr>
      <dsp:spPr>
        <a:xfrm>
          <a:off x="590369" y="955695"/>
          <a:ext cx="7049192" cy="808665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-20267"/>
            <a:satOff val="27763"/>
            <a:lumOff val="1519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300" kern="1200"/>
            <a:t>Real datasets don’t match theory perfectly </a:t>
          </a:r>
        </a:p>
      </dsp:txBody>
      <dsp:txXfrm>
        <a:off x="614054" y="979380"/>
        <a:ext cx="5885820" cy="761295"/>
      </dsp:txXfrm>
    </dsp:sp>
    <dsp:sp modelId="{8DB594DF-79D5-E44B-9850-EA48EA0A4594}">
      <dsp:nvSpPr>
        <dsp:cNvPr id="0" name=""/>
        <dsp:cNvSpPr/>
      </dsp:nvSpPr>
      <dsp:spPr>
        <a:xfrm>
          <a:off x="1171928" y="1911391"/>
          <a:ext cx="7049192" cy="808665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-40533"/>
            <a:satOff val="55526"/>
            <a:lumOff val="3037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300" kern="1200"/>
            <a:t>Threshold tuning is critical </a:t>
          </a:r>
        </a:p>
      </dsp:txBody>
      <dsp:txXfrm>
        <a:off x="1195613" y="1935076"/>
        <a:ext cx="5894631" cy="761295"/>
      </dsp:txXfrm>
    </dsp:sp>
    <dsp:sp modelId="{1B2E4506-225F-C640-A600-232E347F3454}">
      <dsp:nvSpPr>
        <dsp:cNvPr id="0" name=""/>
        <dsp:cNvSpPr/>
      </dsp:nvSpPr>
      <dsp:spPr>
        <a:xfrm>
          <a:off x="1762298" y="2867087"/>
          <a:ext cx="7049192" cy="808665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-20267"/>
            <a:satOff val="27763"/>
            <a:lumOff val="1519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300" kern="1200"/>
            <a:t>Data modeling matters for visualization </a:t>
          </a:r>
        </a:p>
      </dsp:txBody>
      <dsp:txXfrm>
        <a:off x="1785983" y="2890772"/>
        <a:ext cx="5885820" cy="761295"/>
      </dsp:txXfrm>
    </dsp:sp>
    <dsp:sp modelId="{9993F6A8-934C-3344-AFE5-07D1BDC50077}">
      <dsp:nvSpPr>
        <dsp:cNvPr id="0" name=""/>
        <dsp:cNvSpPr/>
      </dsp:nvSpPr>
      <dsp:spPr>
        <a:xfrm>
          <a:off x="6523560" y="619364"/>
          <a:ext cx="525632" cy="525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641827" y="619364"/>
        <a:ext cx="289098" cy="395538"/>
      </dsp:txXfrm>
    </dsp:sp>
    <dsp:sp modelId="{3E375F0B-F713-8D44-9772-3DFEA377AAA6}">
      <dsp:nvSpPr>
        <dsp:cNvPr id="0" name=""/>
        <dsp:cNvSpPr/>
      </dsp:nvSpPr>
      <dsp:spPr>
        <a:xfrm>
          <a:off x="7113930" y="1575060"/>
          <a:ext cx="525632" cy="525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232197" y="1575060"/>
        <a:ext cx="289098" cy="395538"/>
      </dsp:txXfrm>
    </dsp:sp>
    <dsp:sp modelId="{192983B6-28BA-6542-8AB9-9C28E10338E7}">
      <dsp:nvSpPr>
        <dsp:cNvPr id="0" name=""/>
        <dsp:cNvSpPr/>
      </dsp:nvSpPr>
      <dsp:spPr>
        <a:xfrm>
          <a:off x="7695488" y="2530755"/>
          <a:ext cx="525632" cy="525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813755" y="2530755"/>
        <a:ext cx="289098" cy="395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12080" y="1074240"/>
            <a:ext cx="5919120" cy="212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278640" y="-1422000"/>
            <a:ext cx="8607600" cy="6742800"/>
            <a:chOff x="278640" y="-1422000"/>
            <a:chExt cx="8607600" cy="6742800"/>
          </a:xfrm>
        </p:grpSpPr>
        <p:grpSp>
          <p:nvGrpSpPr>
            <p:cNvPr id="4" name="Google Shape;12;p2"/>
            <p:cNvGrpSpPr/>
            <p:nvPr/>
          </p:nvGrpSpPr>
          <p:grpSpPr>
            <a:xfrm>
              <a:off x="278640" y="-780840"/>
              <a:ext cx="142920" cy="2453760"/>
              <a:chOff x="278640" y="-780840"/>
              <a:chExt cx="142920" cy="2453760"/>
            </a:xfrm>
          </p:grpSpPr>
          <p:grpSp>
            <p:nvGrpSpPr>
              <p:cNvPr id="5" name="Google Shape;13;p2"/>
              <p:cNvGrpSpPr/>
              <p:nvPr/>
            </p:nvGrpSpPr>
            <p:grpSpPr>
              <a:xfrm>
                <a:off x="278640" y="-780840"/>
                <a:ext cx="142920" cy="2453760"/>
                <a:chOff x="278640" y="-780840"/>
                <a:chExt cx="142920" cy="2453760"/>
              </a:xfrm>
            </p:grpSpPr>
            <p:sp>
              <p:nvSpPr>
                <p:cNvPr id="6" name="Google Shape;14;p2"/>
                <p:cNvSpPr/>
                <p:nvPr/>
              </p:nvSpPr>
              <p:spPr>
                <a:xfrm>
                  <a:off x="278640" y="15300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" name="Google Shape;15;p2"/>
                <p:cNvSpPr/>
                <p:nvPr/>
              </p:nvSpPr>
              <p:spPr>
                <a:xfrm>
                  <a:off x="287280" y="1319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" name="Google Shape;16;p2"/>
                <p:cNvSpPr/>
                <p:nvPr/>
              </p:nvSpPr>
              <p:spPr>
                <a:xfrm>
                  <a:off x="287280" y="1108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" name="Google Shape;17;p2"/>
                <p:cNvSpPr/>
                <p:nvPr/>
              </p:nvSpPr>
              <p:spPr>
                <a:xfrm>
                  <a:off x="287280" y="897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" name="Google Shape;18;p2"/>
                <p:cNvSpPr/>
                <p:nvPr/>
              </p:nvSpPr>
              <p:spPr>
                <a:xfrm>
                  <a:off x="291600" y="687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" name="Google Shape;19;p2"/>
                <p:cNvSpPr/>
                <p:nvPr/>
              </p:nvSpPr>
              <p:spPr>
                <a:xfrm>
                  <a:off x="291600" y="476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" name="Google Shape;20;p2"/>
                <p:cNvSpPr/>
                <p:nvPr/>
              </p:nvSpPr>
              <p:spPr>
                <a:xfrm>
                  <a:off x="293400" y="2656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" name="Google Shape;21;p2"/>
                <p:cNvSpPr/>
                <p:nvPr/>
              </p:nvSpPr>
              <p:spPr>
                <a:xfrm>
                  <a:off x="295920" y="550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" name="Google Shape;22;p2"/>
                <p:cNvSpPr/>
                <p:nvPr/>
              </p:nvSpPr>
              <p:spPr>
                <a:xfrm>
                  <a:off x="300600" y="-151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" name="Google Shape;23;p2"/>
                <p:cNvSpPr/>
                <p:nvPr/>
              </p:nvSpPr>
              <p:spPr>
                <a:xfrm>
                  <a:off x="305640" y="-3574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" name="Google Shape;24;p2"/>
                <p:cNvSpPr/>
                <p:nvPr/>
              </p:nvSpPr>
              <p:spPr>
                <a:xfrm>
                  <a:off x="305640" y="-563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" name="Google Shape;25;p2"/>
                <p:cNvSpPr/>
                <p:nvPr/>
              </p:nvSpPr>
              <p:spPr>
                <a:xfrm>
                  <a:off x="310680" y="-7808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" name="Google Shape;26;p2"/>
              <p:cNvGrpSpPr/>
              <p:nvPr/>
            </p:nvGrpSpPr>
            <p:grpSpPr>
              <a:xfrm>
                <a:off x="278640" y="-780840"/>
                <a:ext cx="142920" cy="2453760"/>
                <a:chOff x="278640" y="-780840"/>
                <a:chExt cx="142920" cy="2453760"/>
              </a:xfrm>
            </p:grpSpPr>
            <p:sp>
              <p:nvSpPr>
                <p:cNvPr id="19" name="Google Shape;27;p2"/>
                <p:cNvSpPr/>
                <p:nvPr/>
              </p:nvSpPr>
              <p:spPr>
                <a:xfrm>
                  <a:off x="278640" y="15300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8;p2"/>
                <p:cNvSpPr/>
                <p:nvPr/>
              </p:nvSpPr>
              <p:spPr>
                <a:xfrm>
                  <a:off x="287280" y="1319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9;p2"/>
                <p:cNvSpPr/>
                <p:nvPr/>
              </p:nvSpPr>
              <p:spPr>
                <a:xfrm>
                  <a:off x="287280" y="1108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30;p2"/>
                <p:cNvSpPr/>
                <p:nvPr/>
              </p:nvSpPr>
              <p:spPr>
                <a:xfrm>
                  <a:off x="287280" y="897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31;p2"/>
                <p:cNvSpPr/>
                <p:nvPr/>
              </p:nvSpPr>
              <p:spPr>
                <a:xfrm>
                  <a:off x="291600" y="687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32;p2"/>
                <p:cNvSpPr/>
                <p:nvPr/>
              </p:nvSpPr>
              <p:spPr>
                <a:xfrm>
                  <a:off x="291600" y="476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33;p2"/>
                <p:cNvSpPr/>
                <p:nvPr/>
              </p:nvSpPr>
              <p:spPr>
                <a:xfrm>
                  <a:off x="293400" y="2656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34;p2"/>
                <p:cNvSpPr/>
                <p:nvPr/>
              </p:nvSpPr>
              <p:spPr>
                <a:xfrm>
                  <a:off x="295920" y="550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35;p2"/>
                <p:cNvSpPr/>
                <p:nvPr/>
              </p:nvSpPr>
              <p:spPr>
                <a:xfrm>
                  <a:off x="300600" y="-151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36;p2"/>
                <p:cNvSpPr/>
                <p:nvPr/>
              </p:nvSpPr>
              <p:spPr>
                <a:xfrm>
                  <a:off x="305640" y="-3574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37;p2"/>
                <p:cNvSpPr/>
                <p:nvPr/>
              </p:nvSpPr>
              <p:spPr>
                <a:xfrm>
                  <a:off x="305640" y="-563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38;p2"/>
                <p:cNvSpPr/>
                <p:nvPr/>
              </p:nvSpPr>
              <p:spPr>
                <a:xfrm>
                  <a:off x="310680" y="-7808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" name="Google Shape;39;p2"/>
            <p:cNvGrpSpPr/>
            <p:nvPr/>
          </p:nvGrpSpPr>
          <p:grpSpPr>
            <a:xfrm>
              <a:off x="8743320" y="2378520"/>
              <a:ext cx="142920" cy="2453760"/>
              <a:chOff x="8743320" y="2378520"/>
              <a:chExt cx="142920" cy="2453760"/>
            </a:xfrm>
          </p:grpSpPr>
          <p:grpSp>
            <p:nvGrpSpPr>
              <p:cNvPr id="32" name="Google Shape;40;p2"/>
              <p:cNvGrpSpPr/>
              <p:nvPr/>
            </p:nvGrpSpPr>
            <p:grpSpPr>
              <a:xfrm>
                <a:off x="8743320" y="2378520"/>
                <a:ext cx="142920" cy="2453760"/>
                <a:chOff x="8743320" y="2378520"/>
                <a:chExt cx="142920" cy="2453760"/>
              </a:xfrm>
            </p:grpSpPr>
            <p:sp>
              <p:nvSpPr>
                <p:cNvPr id="33" name="Google Shape;41;p2"/>
                <p:cNvSpPr/>
                <p:nvPr/>
              </p:nvSpPr>
              <p:spPr>
                <a:xfrm>
                  <a:off x="8743320" y="46893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" name="Google Shape;42;p2"/>
                <p:cNvSpPr/>
                <p:nvPr/>
              </p:nvSpPr>
              <p:spPr>
                <a:xfrm>
                  <a:off x="8751960" y="4478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43;p2"/>
                <p:cNvSpPr/>
                <p:nvPr/>
              </p:nvSpPr>
              <p:spPr>
                <a:xfrm>
                  <a:off x="8751960" y="4267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44;p2"/>
                <p:cNvSpPr/>
                <p:nvPr/>
              </p:nvSpPr>
              <p:spPr>
                <a:xfrm>
                  <a:off x="8751960" y="4057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" name="Google Shape;45;p2"/>
                <p:cNvSpPr/>
                <p:nvPr/>
              </p:nvSpPr>
              <p:spPr>
                <a:xfrm>
                  <a:off x="8756280" y="38466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" name="Google Shape;46;p2"/>
                <p:cNvSpPr/>
                <p:nvPr/>
              </p:nvSpPr>
              <p:spPr>
                <a:xfrm>
                  <a:off x="8756280" y="3635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" name="Google Shape;47;p2"/>
                <p:cNvSpPr/>
                <p:nvPr/>
              </p:nvSpPr>
              <p:spPr>
                <a:xfrm>
                  <a:off x="8758440" y="34250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" name="Google Shape;48;p2"/>
                <p:cNvSpPr/>
                <p:nvPr/>
              </p:nvSpPr>
              <p:spPr>
                <a:xfrm>
                  <a:off x="8760600" y="321444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49;p2"/>
                <p:cNvSpPr/>
                <p:nvPr/>
              </p:nvSpPr>
              <p:spPr>
                <a:xfrm>
                  <a:off x="8765640" y="30081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50;p2"/>
                <p:cNvSpPr/>
                <p:nvPr/>
              </p:nvSpPr>
              <p:spPr>
                <a:xfrm>
                  <a:off x="8770320" y="2801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51;p2"/>
                <p:cNvSpPr/>
                <p:nvPr/>
              </p:nvSpPr>
              <p:spPr>
                <a:xfrm>
                  <a:off x="8770320" y="2595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" name="Google Shape;52;p2"/>
                <p:cNvSpPr/>
                <p:nvPr/>
              </p:nvSpPr>
              <p:spPr>
                <a:xfrm>
                  <a:off x="8775360" y="23785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" name="Google Shape;53;p2"/>
              <p:cNvGrpSpPr/>
              <p:nvPr/>
            </p:nvGrpSpPr>
            <p:grpSpPr>
              <a:xfrm>
                <a:off x="8743320" y="2378520"/>
                <a:ext cx="142920" cy="2453760"/>
                <a:chOff x="8743320" y="2378520"/>
                <a:chExt cx="142920" cy="2453760"/>
              </a:xfrm>
            </p:grpSpPr>
            <p:sp>
              <p:nvSpPr>
                <p:cNvPr id="46" name="Google Shape;54;p2"/>
                <p:cNvSpPr/>
                <p:nvPr/>
              </p:nvSpPr>
              <p:spPr>
                <a:xfrm>
                  <a:off x="8743320" y="46893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55;p2"/>
                <p:cNvSpPr/>
                <p:nvPr/>
              </p:nvSpPr>
              <p:spPr>
                <a:xfrm>
                  <a:off x="8751960" y="4478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56;p2"/>
                <p:cNvSpPr/>
                <p:nvPr/>
              </p:nvSpPr>
              <p:spPr>
                <a:xfrm>
                  <a:off x="8751960" y="4267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57;p2"/>
                <p:cNvSpPr/>
                <p:nvPr/>
              </p:nvSpPr>
              <p:spPr>
                <a:xfrm>
                  <a:off x="8751960" y="4057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58;p2"/>
                <p:cNvSpPr/>
                <p:nvPr/>
              </p:nvSpPr>
              <p:spPr>
                <a:xfrm>
                  <a:off x="8756280" y="38466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59;p2"/>
                <p:cNvSpPr/>
                <p:nvPr/>
              </p:nvSpPr>
              <p:spPr>
                <a:xfrm>
                  <a:off x="8756280" y="3635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60;p2"/>
                <p:cNvSpPr/>
                <p:nvPr/>
              </p:nvSpPr>
              <p:spPr>
                <a:xfrm>
                  <a:off x="8758440" y="34250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" name="Google Shape;61;p2"/>
                <p:cNvSpPr/>
                <p:nvPr/>
              </p:nvSpPr>
              <p:spPr>
                <a:xfrm>
                  <a:off x="8760600" y="321444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62;p2"/>
                <p:cNvSpPr/>
                <p:nvPr/>
              </p:nvSpPr>
              <p:spPr>
                <a:xfrm>
                  <a:off x="8765640" y="30081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" name="Google Shape;63;p2"/>
                <p:cNvSpPr/>
                <p:nvPr/>
              </p:nvSpPr>
              <p:spPr>
                <a:xfrm>
                  <a:off x="8770320" y="2801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" name="Google Shape;64;p2"/>
                <p:cNvSpPr/>
                <p:nvPr/>
              </p:nvSpPr>
              <p:spPr>
                <a:xfrm>
                  <a:off x="8770320" y="2595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" name="Google Shape;65;p2"/>
                <p:cNvSpPr/>
                <p:nvPr/>
              </p:nvSpPr>
              <p:spPr>
                <a:xfrm>
                  <a:off x="8775360" y="23785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8" name="Google Shape;66;p2"/>
            <p:cNvGrpSpPr/>
            <p:nvPr/>
          </p:nvGrpSpPr>
          <p:grpSpPr>
            <a:xfrm>
              <a:off x="636840" y="2867040"/>
              <a:ext cx="142920" cy="2453760"/>
              <a:chOff x="636840" y="2867040"/>
              <a:chExt cx="142920" cy="2453760"/>
            </a:xfrm>
          </p:grpSpPr>
          <p:grpSp>
            <p:nvGrpSpPr>
              <p:cNvPr id="59" name="Google Shape;67;p2"/>
              <p:cNvGrpSpPr/>
              <p:nvPr/>
            </p:nvGrpSpPr>
            <p:grpSpPr>
              <a:xfrm>
                <a:off x="636840" y="2867040"/>
                <a:ext cx="142920" cy="2453760"/>
                <a:chOff x="636840" y="2867040"/>
                <a:chExt cx="142920" cy="2453760"/>
              </a:xfrm>
            </p:grpSpPr>
            <p:sp>
              <p:nvSpPr>
                <p:cNvPr id="60" name="Google Shape;68;p2"/>
                <p:cNvSpPr/>
                <p:nvPr/>
              </p:nvSpPr>
              <p:spPr>
                <a:xfrm>
                  <a:off x="636840" y="5177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69;p2"/>
                <p:cNvSpPr/>
                <p:nvPr/>
              </p:nvSpPr>
              <p:spPr>
                <a:xfrm>
                  <a:off x="645480" y="4967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70;p2"/>
                <p:cNvSpPr/>
                <p:nvPr/>
              </p:nvSpPr>
              <p:spPr>
                <a:xfrm>
                  <a:off x="645480" y="4756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71;p2"/>
                <p:cNvSpPr/>
                <p:nvPr/>
              </p:nvSpPr>
              <p:spPr>
                <a:xfrm>
                  <a:off x="645480" y="4545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" name="Google Shape;72;p2"/>
                <p:cNvSpPr/>
                <p:nvPr/>
              </p:nvSpPr>
              <p:spPr>
                <a:xfrm>
                  <a:off x="649800" y="4335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" name="Google Shape;73;p2"/>
                <p:cNvSpPr/>
                <p:nvPr/>
              </p:nvSpPr>
              <p:spPr>
                <a:xfrm>
                  <a:off x="649800" y="4124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74;p2"/>
                <p:cNvSpPr/>
                <p:nvPr/>
              </p:nvSpPr>
              <p:spPr>
                <a:xfrm>
                  <a:off x="651960" y="3913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" name="Google Shape;75;p2"/>
                <p:cNvSpPr/>
                <p:nvPr/>
              </p:nvSpPr>
              <p:spPr>
                <a:xfrm>
                  <a:off x="654120" y="3702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" name="Google Shape;76;p2"/>
                <p:cNvSpPr/>
                <p:nvPr/>
              </p:nvSpPr>
              <p:spPr>
                <a:xfrm>
                  <a:off x="659160" y="3496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" name="Google Shape;77;p2"/>
                <p:cNvSpPr/>
                <p:nvPr/>
              </p:nvSpPr>
              <p:spPr>
                <a:xfrm>
                  <a:off x="663840" y="3290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" name="Google Shape;78;p2"/>
                <p:cNvSpPr/>
                <p:nvPr/>
              </p:nvSpPr>
              <p:spPr>
                <a:xfrm>
                  <a:off x="663840" y="3084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79;p2"/>
                <p:cNvSpPr/>
                <p:nvPr/>
              </p:nvSpPr>
              <p:spPr>
                <a:xfrm>
                  <a:off x="668880" y="2867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2" name="Google Shape;80;p2"/>
              <p:cNvGrpSpPr/>
              <p:nvPr/>
            </p:nvGrpSpPr>
            <p:grpSpPr>
              <a:xfrm>
                <a:off x="636840" y="2867040"/>
                <a:ext cx="142920" cy="2453760"/>
                <a:chOff x="636840" y="2867040"/>
                <a:chExt cx="142920" cy="2453760"/>
              </a:xfrm>
            </p:grpSpPr>
            <p:sp>
              <p:nvSpPr>
                <p:cNvPr id="73" name="Google Shape;81;p2"/>
                <p:cNvSpPr/>
                <p:nvPr/>
              </p:nvSpPr>
              <p:spPr>
                <a:xfrm>
                  <a:off x="636840" y="5177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82;p2"/>
                <p:cNvSpPr/>
                <p:nvPr/>
              </p:nvSpPr>
              <p:spPr>
                <a:xfrm>
                  <a:off x="645480" y="4967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" name="Google Shape;83;p2"/>
                <p:cNvSpPr/>
                <p:nvPr/>
              </p:nvSpPr>
              <p:spPr>
                <a:xfrm>
                  <a:off x="645480" y="4756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6" name="Google Shape;84;p2"/>
                <p:cNvSpPr/>
                <p:nvPr/>
              </p:nvSpPr>
              <p:spPr>
                <a:xfrm>
                  <a:off x="645480" y="4545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" name="Google Shape;85;p2"/>
                <p:cNvSpPr/>
                <p:nvPr/>
              </p:nvSpPr>
              <p:spPr>
                <a:xfrm>
                  <a:off x="649800" y="4335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" name="Google Shape;86;p2"/>
                <p:cNvSpPr/>
                <p:nvPr/>
              </p:nvSpPr>
              <p:spPr>
                <a:xfrm>
                  <a:off x="649800" y="4124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" name="Google Shape;87;p2"/>
                <p:cNvSpPr/>
                <p:nvPr/>
              </p:nvSpPr>
              <p:spPr>
                <a:xfrm>
                  <a:off x="651960" y="3913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" name="Google Shape;88;p2"/>
                <p:cNvSpPr/>
                <p:nvPr/>
              </p:nvSpPr>
              <p:spPr>
                <a:xfrm>
                  <a:off x="654120" y="3702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1" name="Google Shape;89;p2"/>
                <p:cNvSpPr/>
                <p:nvPr/>
              </p:nvSpPr>
              <p:spPr>
                <a:xfrm>
                  <a:off x="659160" y="3496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2" name="Google Shape;90;p2"/>
                <p:cNvSpPr/>
                <p:nvPr/>
              </p:nvSpPr>
              <p:spPr>
                <a:xfrm>
                  <a:off x="663840" y="3290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91;p2"/>
                <p:cNvSpPr/>
                <p:nvPr/>
              </p:nvSpPr>
              <p:spPr>
                <a:xfrm>
                  <a:off x="663840" y="3084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92;p2"/>
                <p:cNvSpPr/>
                <p:nvPr/>
              </p:nvSpPr>
              <p:spPr>
                <a:xfrm>
                  <a:off x="668880" y="2867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5" name="Google Shape;93;p2"/>
            <p:cNvGrpSpPr/>
            <p:nvPr/>
          </p:nvGrpSpPr>
          <p:grpSpPr>
            <a:xfrm>
              <a:off x="8600040" y="-1422000"/>
              <a:ext cx="142920" cy="2453760"/>
              <a:chOff x="8600040" y="-1422000"/>
              <a:chExt cx="142920" cy="2453760"/>
            </a:xfrm>
          </p:grpSpPr>
          <p:grpSp>
            <p:nvGrpSpPr>
              <p:cNvPr id="86" name="Google Shape;94;p2"/>
              <p:cNvGrpSpPr/>
              <p:nvPr/>
            </p:nvGrpSpPr>
            <p:grpSpPr>
              <a:xfrm>
                <a:off x="8600040" y="-1422000"/>
                <a:ext cx="142920" cy="2453760"/>
                <a:chOff x="8600040" y="-1422000"/>
                <a:chExt cx="142920" cy="2453760"/>
              </a:xfrm>
            </p:grpSpPr>
            <p:sp>
              <p:nvSpPr>
                <p:cNvPr id="87" name="Google Shape;95;p2"/>
                <p:cNvSpPr/>
                <p:nvPr/>
              </p:nvSpPr>
              <p:spPr>
                <a:xfrm>
                  <a:off x="8600040" y="888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96;p2"/>
                <p:cNvSpPr/>
                <p:nvPr/>
              </p:nvSpPr>
              <p:spPr>
                <a:xfrm>
                  <a:off x="8608320" y="678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" name="Google Shape;97;p2"/>
                <p:cNvSpPr/>
                <p:nvPr/>
              </p:nvSpPr>
              <p:spPr>
                <a:xfrm>
                  <a:off x="8608320" y="467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" name="Google Shape;98;p2"/>
                <p:cNvSpPr/>
                <p:nvPr/>
              </p:nvSpPr>
              <p:spPr>
                <a:xfrm>
                  <a:off x="8608320" y="256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" name="Google Shape;99;p2"/>
                <p:cNvSpPr/>
                <p:nvPr/>
              </p:nvSpPr>
              <p:spPr>
                <a:xfrm>
                  <a:off x="8612640" y="46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" name="Google Shape;100;p2"/>
                <p:cNvSpPr/>
                <p:nvPr/>
              </p:nvSpPr>
              <p:spPr>
                <a:xfrm>
                  <a:off x="8612640" y="-164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" name="Google Shape;101;p2"/>
                <p:cNvSpPr/>
                <p:nvPr/>
              </p:nvSpPr>
              <p:spPr>
                <a:xfrm>
                  <a:off x="8614800" y="-3754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" name="Google Shape;102;p2"/>
                <p:cNvSpPr/>
                <p:nvPr/>
              </p:nvSpPr>
              <p:spPr>
                <a:xfrm>
                  <a:off x="8617320" y="-5860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103;p2"/>
                <p:cNvSpPr/>
                <p:nvPr/>
              </p:nvSpPr>
              <p:spPr>
                <a:xfrm>
                  <a:off x="8622000" y="-7923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104;p2"/>
                <p:cNvSpPr/>
                <p:nvPr/>
              </p:nvSpPr>
              <p:spPr>
                <a:xfrm>
                  <a:off x="8627040" y="-998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105;p2"/>
                <p:cNvSpPr/>
                <p:nvPr/>
              </p:nvSpPr>
              <p:spPr>
                <a:xfrm>
                  <a:off x="8627040" y="-1204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" name="Google Shape;106;p2"/>
                <p:cNvSpPr/>
                <p:nvPr/>
              </p:nvSpPr>
              <p:spPr>
                <a:xfrm>
                  <a:off x="8631720" y="-14220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99" name="Google Shape;107;p2"/>
              <p:cNvSpPr/>
              <p:nvPr/>
            </p:nvSpPr>
            <p:spPr>
              <a:xfrm>
                <a:off x="8600040" y="88884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8608320" y="67824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8608320" y="46764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8608320" y="25668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11;p2"/>
              <p:cNvSpPr/>
              <p:nvPr/>
            </p:nvSpPr>
            <p:spPr>
              <a:xfrm>
                <a:off x="8612640" y="4608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12;p2"/>
              <p:cNvSpPr/>
              <p:nvPr/>
            </p:nvSpPr>
            <p:spPr>
              <a:xfrm>
                <a:off x="8612640" y="-16452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13;p2"/>
              <p:cNvSpPr/>
              <p:nvPr/>
            </p:nvSpPr>
            <p:spPr>
              <a:xfrm>
                <a:off x="8614800" y="-37548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114;p2"/>
              <p:cNvSpPr/>
              <p:nvPr/>
            </p:nvSpPr>
            <p:spPr>
              <a:xfrm>
                <a:off x="8617320" y="-58608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115;p2"/>
              <p:cNvSpPr/>
              <p:nvPr/>
            </p:nvSpPr>
            <p:spPr>
              <a:xfrm>
                <a:off x="8622000" y="-79236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116;p2"/>
              <p:cNvSpPr/>
              <p:nvPr/>
            </p:nvSpPr>
            <p:spPr>
              <a:xfrm>
                <a:off x="8627040" y="-9986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117;p2"/>
              <p:cNvSpPr/>
              <p:nvPr/>
            </p:nvSpPr>
            <p:spPr>
              <a:xfrm>
                <a:off x="8627040" y="-120492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118;p2"/>
              <p:cNvSpPr/>
              <p:nvPr/>
            </p:nvSpPr>
            <p:spPr>
              <a:xfrm>
                <a:off x="8631720" y="-142200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600;p18"/>
          <p:cNvGrpSpPr/>
          <p:nvPr/>
        </p:nvGrpSpPr>
        <p:grpSpPr>
          <a:xfrm>
            <a:off x="96840" y="-1008720"/>
            <a:ext cx="8885520" cy="5533920"/>
            <a:chOff x="96840" y="-1008720"/>
            <a:chExt cx="8885520" cy="5533920"/>
          </a:xfrm>
        </p:grpSpPr>
        <p:grpSp>
          <p:nvGrpSpPr>
            <p:cNvPr id="113" name="Google Shape;1601;p18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114" name="Google Shape;1602;p18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15" name="Google Shape;1603;p18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6" name="Google Shape;1604;p18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" name="Google Shape;1605;p18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" name="Google Shape;1606;p18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" name="Google Shape;1607;p18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" name="Google Shape;1608;p18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" name="Google Shape;1609;p18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" name="Google Shape;1610;p18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" name="Google Shape;1611;p18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" name="Google Shape;1612;p18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" name="Google Shape;1613;p18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" name="Google Shape;1614;p18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7" name="Google Shape;1615;p18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28" name="Google Shape;1616;p18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" name="Google Shape;1617;p18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" name="Google Shape;1618;p18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" name="Google Shape;1619;p18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" name="Google Shape;1620;p18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" name="Google Shape;1621;p18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" name="Google Shape;1622;p18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" name="Google Shape;1623;p18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" name="Google Shape;1624;p18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" name="Google Shape;1625;p18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" name="Google Shape;1626;p18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" name="Google Shape;1627;p18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40" name="Google Shape;1628;p18"/>
            <p:cNvGrpSpPr/>
            <p:nvPr/>
          </p:nvGrpSpPr>
          <p:grpSpPr>
            <a:xfrm>
              <a:off x="408240" y="-1008720"/>
              <a:ext cx="142920" cy="2453760"/>
              <a:chOff x="408240" y="-1008720"/>
              <a:chExt cx="142920" cy="2453760"/>
            </a:xfrm>
          </p:grpSpPr>
          <p:grpSp>
            <p:nvGrpSpPr>
              <p:cNvPr id="141" name="Google Shape;1629;p18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42" name="Google Shape;1630;p18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" name="Google Shape;1631;p18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" name="Google Shape;1632;p18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" name="Google Shape;1633;p18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" name="Google Shape;1634;p18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" name="Google Shape;1635;p18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" name="Google Shape;1636;p18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" name="Google Shape;1637;p18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" name="Google Shape;1638;p18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" name="Google Shape;1639;p18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" name="Google Shape;1640;p18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" name="Google Shape;1641;p18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4" name="Google Shape;1642;p18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55" name="Google Shape;1643;p18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" name="Google Shape;1644;p18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" name="Google Shape;1645;p18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" name="Google Shape;1646;p18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" name="Google Shape;1647;p18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" name="Google Shape;1648;p18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" name="Google Shape;1649;p18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" name="Google Shape;1650;p18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" name="Google Shape;1651;p18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" name="Google Shape;1652;p18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" name="Google Shape;1653;p18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" name="Google Shape;1654;p18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67" name="Google Shape;1655;p18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168" name="Google Shape;1656;p18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69" name="Google Shape;1657;p18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" name="Google Shape;1658;p18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1659;p18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" name="Google Shape;1660;p18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" name="Google Shape;1661;p18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" name="Google Shape;1662;p18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" name="Google Shape;1663;p18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" name="Google Shape;1664;p18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" name="Google Shape;1665;p18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" name="Google Shape;1666;p18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" name="Google Shape;1667;p18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" name="Google Shape;1668;p18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1" name="Google Shape;1669;p18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82" name="Google Shape;1670;p18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" name="Google Shape;1671;p18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" name="Google Shape;1672;p18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" name="Google Shape;1673;p18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" name="Google Shape;1674;p18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" name="Google Shape;1675;p18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" name="Google Shape;1676;p18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" name="Google Shape;1677;p18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" name="Google Shape;1678;p18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" name="Google Shape;1679;p18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" name="Google Shape;1680;p18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" name="Google Shape;1681;p18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94" name="Google Shape;1682;p18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195" name="Google Shape;1683;p18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96" name="Google Shape;1684;p18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" name="Google Shape;1685;p18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" name="Google Shape;1686;p18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" name="Google Shape;1687;p18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" name="Google Shape;1688;p18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1689;p18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" name="Google Shape;1690;p18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" name="Google Shape;1691;p18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" name="Google Shape;1692;p18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" name="Google Shape;1693;p18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" name="Google Shape;1694;p18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7" name="Google Shape;1695;p18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8" name="Google Shape;1696;p18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209" name="Google Shape;1697;p18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" name="Google Shape;1698;p18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" name="Google Shape;1699;p18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" name="Google Shape;1700;p18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" name="Google Shape;1701;p18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" name="Google Shape;1702;p18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" name="Google Shape;1703;p18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" name="Google Shape;1704;p18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" name="Google Shape;1705;p18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" name="Google Shape;1706;p18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" name="Google Shape;1707;p18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" name="Google Shape;1708;p18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0000" y="1235160"/>
            <a:ext cx="3848040" cy="176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724640" y="795960"/>
            <a:ext cx="3465720" cy="330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843;p28"/>
          <p:cNvGrpSpPr/>
          <p:nvPr/>
        </p:nvGrpSpPr>
        <p:grpSpPr>
          <a:xfrm>
            <a:off x="325440" y="-1495440"/>
            <a:ext cx="8302680" cy="6099120"/>
            <a:chOff x="325440" y="-1495440"/>
            <a:chExt cx="8302680" cy="6099120"/>
          </a:xfrm>
        </p:grpSpPr>
        <p:grpSp>
          <p:nvGrpSpPr>
            <p:cNvPr id="224" name="Google Shape;2844;p28"/>
            <p:cNvGrpSpPr/>
            <p:nvPr/>
          </p:nvGrpSpPr>
          <p:grpSpPr>
            <a:xfrm>
              <a:off x="325440" y="1598040"/>
              <a:ext cx="142920" cy="2453760"/>
              <a:chOff x="325440" y="1598040"/>
              <a:chExt cx="142920" cy="2453760"/>
            </a:xfrm>
          </p:grpSpPr>
          <p:grpSp>
            <p:nvGrpSpPr>
              <p:cNvPr id="225" name="Google Shape;2845;p2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226" name="Google Shape;2846;p2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" name="Google Shape;2847;p2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" name="Google Shape;2848;p2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" name="Google Shape;2849;p2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" name="Google Shape;2850;p2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" name="Google Shape;2851;p2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" name="Google Shape;2852;p2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" name="Google Shape;2853;p2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" name="Google Shape;2854;p2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" name="Google Shape;2855;p2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" name="Google Shape;2856;p2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" name="Google Shape;2857;p2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8" name="Google Shape;2858;p2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239" name="Google Shape;2859;p2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" name="Google Shape;2860;p2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" name="Google Shape;2861;p2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" name="Google Shape;2862;p2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" name="Google Shape;2863;p2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" name="Google Shape;2864;p2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" name="Google Shape;2865;p2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" name="Google Shape;2866;p2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" name="Google Shape;2867;p2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" name="Google Shape;2868;p2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" name="Google Shape;2869;p2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" name="Google Shape;2870;p2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51" name="Google Shape;2871;p28"/>
            <p:cNvGrpSpPr/>
            <p:nvPr/>
          </p:nvGrpSpPr>
          <p:grpSpPr>
            <a:xfrm>
              <a:off x="8359200" y="-1495440"/>
              <a:ext cx="142920" cy="2453760"/>
              <a:chOff x="8359200" y="-1495440"/>
              <a:chExt cx="142920" cy="2453760"/>
            </a:xfrm>
          </p:grpSpPr>
          <p:grpSp>
            <p:nvGrpSpPr>
              <p:cNvPr id="252" name="Google Shape;2872;p28"/>
              <p:cNvGrpSpPr/>
              <p:nvPr/>
            </p:nvGrpSpPr>
            <p:grpSpPr>
              <a:xfrm>
                <a:off x="8359200" y="-1495440"/>
                <a:ext cx="142920" cy="2453760"/>
                <a:chOff x="8359200" y="-1495440"/>
                <a:chExt cx="142920" cy="2453760"/>
              </a:xfrm>
            </p:grpSpPr>
            <p:sp>
              <p:nvSpPr>
                <p:cNvPr id="253" name="Google Shape;2873;p28"/>
                <p:cNvSpPr/>
                <p:nvPr/>
              </p:nvSpPr>
              <p:spPr>
                <a:xfrm>
                  <a:off x="8359200" y="8154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" name="Google Shape;2874;p28"/>
                <p:cNvSpPr/>
                <p:nvPr/>
              </p:nvSpPr>
              <p:spPr>
                <a:xfrm>
                  <a:off x="8367480" y="604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" name="Google Shape;2875;p28"/>
                <p:cNvSpPr/>
                <p:nvPr/>
              </p:nvSpPr>
              <p:spPr>
                <a:xfrm>
                  <a:off x="8367480" y="394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" name="Google Shape;2876;p28"/>
                <p:cNvSpPr/>
                <p:nvPr/>
              </p:nvSpPr>
              <p:spPr>
                <a:xfrm>
                  <a:off x="8367480" y="18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" name="Google Shape;2877;p28"/>
                <p:cNvSpPr/>
                <p:nvPr/>
              </p:nvSpPr>
              <p:spPr>
                <a:xfrm>
                  <a:off x="8371800" y="-27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" name="Google Shape;2878;p28"/>
                <p:cNvSpPr/>
                <p:nvPr/>
              </p:nvSpPr>
              <p:spPr>
                <a:xfrm>
                  <a:off x="8371800" y="-237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" name="Google Shape;2879;p28"/>
                <p:cNvSpPr/>
                <p:nvPr/>
              </p:nvSpPr>
              <p:spPr>
                <a:xfrm>
                  <a:off x="8373960" y="-448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" name="Google Shape;2880;p28"/>
                <p:cNvSpPr/>
                <p:nvPr/>
              </p:nvSpPr>
              <p:spPr>
                <a:xfrm>
                  <a:off x="8376480" y="-659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" name="Google Shape;2881;p28"/>
                <p:cNvSpPr/>
                <p:nvPr/>
              </p:nvSpPr>
              <p:spPr>
                <a:xfrm>
                  <a:off x="8381160" y="-8658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" name="Google Shape;2882;p28"/>
                <p:cNvSpPr/>
                <p:nvPr/>
              </p:nvSpPr>
              <p:spPr>
                <a:xfrm>
                  <a:off x="8386200" y="-1072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" name="Google Shape;2883;p28"/>
                <p:cNvSpPr/>
                <p:nvPr/>
              </p:nvSpPr>
              <p:spPr>
                <a:xfrm>
                  <a:off x="8386200" y="-1278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" name="Google Shape;2884;p28"/>
                <p:cNvSpPr/>
                <p:nvPr/>
              </p:nvSpPr>
              <p:spPr>
                <a:xfrm>
                  <a:off x="8390880" y="-1495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65" name="Google Shape;2885;p28"/>
              <p:cNvGrpSpPr/>
              <p:nvPr/>
            </p:nvGrpSpPr>
            <p:grpSpPr>
              <a:xfrm>
                <a:off x="8359200" y="-1495440"/>
                <a:ext cx="142920" cy="2453760"/>
                <a:chOff x="8359200" y="-1495440"/>
                <a:chExt cx="142920" cy="2453760"/>
              </a:xfrm>
            </p:grpSpPr>
            <p:sp>
              <p:nvSpPr>
                <p:cNvPr id="266" name="Google Shape;2886;p28"/>
                <p:cNvSpPr/>
                <p:nvPr/>
              </p:nvSpPr>
              <p:spPr>
                <a:xfrm>
                  <a:off x="8359200" y="8154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" name="Google Shape;2887;p28"/>
                <p:cNvSpPr/>
                <p:nvPr/>
              </p:nvSpPr>
              <p:spPr>
                <a:xfrm>
                  <a:off x="8367480" y="604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" name="Google Shape;2888;p28"/>
                <p:cNvSpPr/>
                <p:nvPr/>
              </p:nvSpPr>
              <p:spPr>
                <a:xfrm>
                  <a:off x="8367480" y="394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" name="Google Shape;2889;p28"/>
                <p:cNvSpPr/>
                <p:nvPr/>
              </p:nvSpPr>
              <p:spPr>
                <a:xfrm>
                  <a:off x="8367480" y="18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" name="Google Shape;2890;p28"/>
                <p:cNvSpPr/>
                <p:nvPr/>
              </p:nvSpPr>
              <p:spPr>
                <a:xfrm>
                  <a:off x="8371800" y="-27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" name="Google Shape;2891;p28"/>
                <p:cNvSpPr/>
                <p:nvPr/>
              </p:nvSpPr>
              <p:spPr>
                <a:xfrm>
                  <a:off x="8371800" y="-237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" name="Google Shape;2892;p28"/>
                <p:cNvSpPr/>
                <p:nvPr/>
              </p:nvSpPr>
              <p:spPr>
                <a:xfrm>
                  <a:off x="8373960" y="-448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" name="Google Shape;2893;p28"/>
                <p:cNvSpPr/>
                <p:nvPr/>
              </p:nvSpPr>
              <p:spPr>
                <a:xfrm>
                  <a:off x="8376480" y="-659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" name="Google Shape;2894;p28"/>
                <p:cNvSpPr/>
                <p:nvPr/>
              </p:nvSpPr>
              <p:spPr>
                <a:xfrm>
                  <a:off x="8381160" y="-8658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" name="Google Shape;2895;p28"/>
                <p:cNvSpPr/>
                <p:nvPr/>
              </p:nvSpPr>
              <p:spPr>
                <a:xfrm>
                  <a:off x="8386200" y="-1072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" name="Google Shape;2896;p28"/>
                <p:cNvSpPr/>
                <p:nvPr/>
              </p:nvSpPr>
              <p:spPr>
                <a:xfrm>
                  <a:off x="8386200" y="-1278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" name="Google Shape;2897;p28"/>
                <p:cNvSpPr/>
                <p:nvPr/>
              </p:nvSpPr>
              <p:spPr>
                <a:xfrm>
                  <a:off x="8390880" y="-1495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78" name="Google Shape;2898;p28"/>
            <p:cNvGrpSpPr/>
            <p:nvPr/>
          </p:nvGrpSpPr>
          <p:grpSpPr>
            <a:xfrm>
              <a:off x="8485200" y="2149560"/>
              <a:ext cx="142920" cy="2454120"/>
              <a:chOff x="8485200" y="2149560"/>
              <a:chExt cx="142920" cy="2454120"/>
            </a:xfrm>
          </p:grpSpPr>
          <p:grpSp>
            <p:nvGrpSpPr>
              <p:cNvPr id="279" name="Google Shape;2899;p2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280" name="Google Shape;2900;p2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" name="Google Shape;2901;p2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" name="Google Shape;2902;p2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" name="Google Shape;2903;p2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2904;p2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2905;p2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2906;p2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2907;p2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2908;p2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" name="Google Shape;2909;p2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" name="Google Shape;2910;p2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" name="Google Shape;2911;p2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2" name="Google Shape;2912;p2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293" name="Google Shape;2913;p2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" name="Google Shape;2914;p2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" name="Google Shape;2915;p2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6" name="Google Shape;2916;p2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7" name="Google Shape;2917;p2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8" name="Google Shape;2918;p2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9" name="Google Shape;2919;p2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0" name="Google Shape;2920;p2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1" name="Google Shape;2921;p2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2" name="Google Shape;2922;p2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3" name="Google Shape;2923;p2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4" name="Google Shape;2924;p2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2347920" y="6775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6" name="Google Shape;2927;p28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Lato"/>
                <a:ea typeface="Lato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09" name="Google Shape;208;p4"/>
          <p:cNvGrpSpPr/>
          <p:nvPr/>
        </p:nvGrpSpPr>
        <p:grpSpPr>
          <a:xfrm>
            <a:off x="192960" y="-1616040"/>
            <a:ext cx="8693280" cy="6198840"/>
            <a:chOff x="192960" y="-1616040"/>
            <a:chExt cx="8693280" cy="6198840"/>
          </a:xfrm>
        </p:grpSpPr>
        <p:grpSp>
          <p:nvGrpSpPr>
            <p:cNvPr id="310" name="Google Shape;209;p4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311" name="Google Shape;210;p4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312" name="Google Shape;211;p4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3" name="Google Shape;212;p4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4" name="Google Shape;213;p4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5" name="Google Shape;214;p4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6" name="Google Shape;215;p4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7" name="Google Shape;216;p4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8" name="Google Shape;217;p4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9" name="Google Shape;218;p4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0" name="Google Shape;219;p4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1" name="Google Shape;220;p4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221;p4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3" name="Google Shape;222;p4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4" name="Google Shape;223;p4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325" name="Google Shape;224;p4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225;p4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226;p4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227;p4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228;p4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229;p4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230;p4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231;p4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232;p4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233;p4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234;p4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6" name="Google Shape;235;p4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37" name="Google Shape;236;p4"/>
            <p:cNvGrpSpPr/>
            <p:nvPr/>
          </p:nvGrpSpPr>
          <p:grpSpPr>
            <a:xfrm>
              <a:off x="192960" y="2128680"/>
              <a:ext cx="142920" cy="2454120"/>
              <a:chOff x="192960" y="2128680"/>
              <a:chExt cx="142920" cy="2454120"/>
            </a:xfrm>
          </p:grpSpPr>
          <p:grpSp>
            <p:nvGrpSpPr>
              <p:cNvPr id="338" name="Google Shape;237;p4"/>
              <p:cNvGrpSpPr/>
              <p:nvPr/>
            </p:nvGrpSpPr>
            <p:grpSpPr>
              <a:xfrm>
                <a:off x="192960" y="2128680"/>
                <a:ext cx="142920" cy="2454120"/>
                <a:chOff x="192960" y="2128680"/>
                <a:chExt cx="142920" cy="2454120"/>
              </a:xfrm>
            </p:grpSpPr>
            <p:sp>
              <p:nvSpPr>
                <p:cNvPr id="339" name="Google Shape;238;p4"/>
                <p:cNvSpPr/>
                <p:nvPr/>
              </p:nvSpPr>
              <p:spPr>
                <a:xfrm>
                  <a:off x="192960" y="4439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239;p4"/>
                <p:cNvSpPr/>
                <p:nvPr/>
              </p:nvSpPr>
              <p:spPr>
                <a:xfrm>
                  <a:off x="201600" y="4228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240;p4"/>
                <p:cNvSpPr/>
                <p:nvPr/>
              </p:nvSpPr>
              <p:spPr>
                <a:xfrm>
                  <a:off x="201600" y="4018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241;p4"/>
                <p:cNvSpPr/>
                <p:nvPr/>
              </p:nvSpPr>
              <p:spPr>
                <a:xfrm>
                  <a:off x="201600" y="3807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242;p4"/>
                <p:cNvSpPr/>
                <p:nvPr/>
              </p:nvSpPr>
              <p:spPr>
                <a:xfrm>
                  <a:off x="205920" y="35967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243;p4"/>
                <p:cNvSpPr/>
                <p:nvPr/>
              </p:nvSpPr>
              <p:spPr>
                <a:xfrm>
                  <a:off x="205920" y="3386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5" name="Google Shape;244;p4"/>
                <p:cNvSpPr/>
                <p:nvPr/>
              </p:nvSpPr>
              <p:spPr>
                <a:xfrm>
                  <a:off x="208080" y="31752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6" name="Google Shape;245;p4"/>
                <p:cNvSpPr/>
                <p:nvPr/>
              </p:nvSpPr>
              <p:spPr>
                <a:xfrm>
                  <a:off x="210240" y="29646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7" name="Google Shape;246;p4"/>
                <p:cNvSpPr/>
                <p:nvPr/>
              </p:nvSpPr>
              <p:spPr>
                <a:xfrm>
                  <a:off x="215280" y="27583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8" name="Google Shape;247;p4"/>
                <p:cNvSpPr/>
                <p:nvPr/>
              </p:nvSpPr>
              <p:spPr>
                <a:xfrm>
                  <a:off x="219960" y="25520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9" name="Google Shape;248;p4"/>
                <p:cNvSpPr/>
                <p:nvPr/>
              </p:nvSpPr>
              <p:spPr>
                <a:xfrm>
                  <a:off x="219960" y="2346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0" name="Google Shape;249;p4"/>
                <p:cNvSpPr/>
                <p:nvPr/>
              </p:nvSpPr>
              <p:spPr>
                <a:xfrm>
                  <a:off x="225000" y="21286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51" name="Google Shape;250;p4"/>
              <p:cNvGrpSpPr/>
              <p:nvPr/>
            </p:nvGrpSpPr>
            <p:grpSpPr>
              <a:xfrm>
                <a:off x="192960" y="2128680"/>
                <a:ext cx="142920" cy="2454120"/>
                <a:chOff x="192960" y="2128680"/>
                <a:chExt cx="142920" cy="2454120"/>
              </a:xfrm>
            </p:grpSpPr>
            <p:sp>
              <p:nvSpPr>
                <p:cNvPr id="352" name="Google Shape;251;p4"/>
                <p:cNvSpPr/>
                <p:nvPr/>
              </p:nvSpPr>
              <p:spPr>
                <a:xfrm>
                  <a:off x="192960" y="4439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3" name="Google Shape;252;p4"/>
                <p:cNvSpPr/>
                <p:nvPr/>
              </p:nvSpPr>
              <p:spPr>
                <a:xfrm>
                  <a:off x="201600" y="4228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4" name="Google Shape;253;p4"/>
                <p:cNvSpPr/>
                <p:nvPr/>
              </p:nvSpPr>
              <p:spPr>
                <a:xfrm>
                  <a:off x="201600" y="4018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5" name="Google Shape;254;p4"/>
                <p:cNvSpPr/>
                <p:nvPr/>
              </p:nvSpPr>
              <p:spPr>
                <a:xfrm>
                  <a:off x="201600" y="3807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6" name="Google Shape;255;p4"/>
                <p:cNvSpPr/>
                <p:nvPr/>
              </p:nvSpPr>
              <p:spPr>
                <a:xfrm>
                  <a:off x="205920" y="35967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7" name="Google Shape;256;p4"/>
                <p:cNvSpPr/>
                <p:nvPr/>
              </p:nvSpPr>
              <p:spPr>
                <a:xfrm>
                  <a:off x="205920" y="3386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257;p4"/>
                <p:cNvSpPr/>
                <p:nvPr/>
              </p:nvSpPr>
              <p:spPr>
                <a:xfrm>
                  <a:off x="208080" y="31752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9" name="Google Shape;258;p4"/>
                <p:cNvSpPr/>
                <p:nvPr/>
              </p:nvSpPr>
              <p:spPr>
                <a:xfrm>
                  <a:off x="210240" y="29646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59;p4"/>
                <p:cNvSpPr/>
                <p:nvPr/>
              </p:nvSpPr>
              <p:spPr>
                <a:xfrm>
                  <a:off x="215280" y="27583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260;p4"/>
                <p:cNvSpPr/>
                <p:nvPr/>
              </p:nvSpPr>
              <p:spPr>
                <a:xfrm>
                  <a:off x="219960" y="25520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261;p4"/>
                <p:cNvSpPr/>
                <p:nvPr/>
              </p:nvSpPr>
              <p:spPr>
                <a:xfrm>
                  <a:off x="219960" y="2346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262;p4"/>
                <p:cNvSpPr/>
                <p:nvPr/>
              </p:nvSpPr>
              <p:spPr>
                <a:xfrm>
                  <a:off x="225000" y="21286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64" name="Google Shape;263;p4"/>
            <p:cNvGrpSpPr/>
            <p:nvPr/>
          </p:nvGrpSpPr>
          <p:grpSpPr>
            <a:xfrm>
              <a:off x="569880" y="-1616040"/>
              <a:ext cx="142920" cy="2453760"/>
              <a:chOff x="569880" y="-1616040"/>
              <a:chExt cx="142920" cy="2453760"/>
            </a:xfrm>
          </p:grpSpPr>
          <p:grpSp>
            <p:nvGrpSpPr>
              <p:cNvPr id="365" name="Google Shape;264;p4"/>
              <p:cNvGrpSpPr/>
              <p:nvPr/>
            </p:nvGrpSpPr>
            <p:grpSpPr>
              <a:xfrm>
                <a:off x="569880" y="-1616040"/>
                <a:ext cx="142920" cy="2453760"/>
                <a:chOff x="569880" y="-1616040"/>
                <a:chExt cx="142920" cy="2453760"/>
              </a:xfrm>
            </p:grpSpPr>
            <p:sp>
              <p:nvSpPr>
                <p:cNvPr id="366" name="Google Shape;265;p4"/>
                <p:cNvSpPr/>
                <p:nvPr/>
              </p:nvSpPr>
              <p:spPr>
                <a:xfrm>
                  <a:off x="569880" y="6948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7" name="Google Shape;266;p4"/>
                <p:cNvSpPr/>
                <p:nvPr/>
              </p:nvSpPr>
              <p:spPr>
                <a:xfrm>
                  <a:off x="578520" y="484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267;p4"/>
                <p:cNvSpPr/>
                <p:nvPr/>
              </p:nvSpPr>
              <p:spPr>
                <a:xfrm>
                  <a:off x="578520" y="27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9" name="Google Shape;268;p4"/>
                <p:cNvSpPr/>
                <p:nvPr/>
              </p:nvSpPr>
              <p:spPr>
                <a:xfrm>
                  <a:off x="578520" y="62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269;p4"/>
                <p:cNvSpPr/>
                <p:nvPr/>
              </p:nvSpPr>
              <p:spPr>
                <a:xfrm>
                  <a:off x="582840" y="-147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270;p4"/>
                <p:cNvSpPr/>
                <p:nvPr/>
              </p:nvSpPr>
              <p:spPr>
                <a:xfrm>
                  <a:off x="582840" y="-3589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271;p4"/>
                <p:cNvSpPr/>
                <p:nvPr/>
              </p:nvSpPr>
              <p:spPr>
                <a:xfrm>
                  <a:off x="585000" y="-569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272;p4"/>
                <p:cNvSpPr/>
                <p:nvPr/>
              </p:nvSpPr>
              <p:spPr>
                <a:xfrm>
                  <a:off x="587160" y="-780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4" name="Google Shape;273;p4"/>
                <p:cNvSpPr/>
                <p:nvPr/>
              </p:nvSpPr>
              <p:spPr>
                <a:xfrm>
                  <a:off x="592200" y="-986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5" name="Google Shape;274;p4"/>
                <p:cNvSpPr/>
                <p:nvPr/>
              </p:nvSpPr>
              <p:spPr>
                <a:xfrm>
                  <a:off x="596880" y="-1192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275;p4"/>
                <p:cNvSpPr/>
                <p:nvPr/>
              </p:nvSpPr>
              <p:spPr>
                <a:xfrm>
                  <a:off x="596880" y="-1398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276;p4"/>
                <p:cNvSpPr/>
                <p:nvPr/>
              </p:nvSpPr>
              <p:spPr>
                <a:xfrm>
                  <a:off x="601920" y="-1616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8" name="Google Shape;277;p4"/>
              <p:cNvGrpSpPr/>
              <p:nvPr/>
            </p:nvGrpSpPr>
            <p:grpSpPr>
              <a:xfrm>
                <a:off x="569880" y="-1616040"/>
                <a:ext cx="142920" cy="2453760"/>
                <a:chOff x="569880" y="-1616040"/>
                <a:chExt cx="142920" cy="2453760"/>
              </a:xfrm>
            </p:grpSpPr>
            <p:sp>
              <p:nvSpPr>
                <p:cNvPr id="379" name="Google Shape;278;p4"/>
                <p:cNvSpPr/>
                <p:nvPr/>
              </p:nvSpPr>
              <p:spPr>
                <a:xfrm>
                  <a:off x="569880" y="6948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0" name="Google Shape;279;p4"/>
                <p:cNvSpPr/>
                <p:nvPr/>
              </p:nvSpPr>
              <p:spPr>
                <a:xfrm>
                  <a:off x="578520" y="484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1" name="Google Shape;280;p4"/>
                <p:cNvSpPr/>
                <p:nvPr/>
              </p:nvSpPr>
              <p:spPr>
                <a:xfrm>
                  <a:off x="578520" y="27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2" name="Google Shape;281;p4"/>
                <p:cNvSpPr/>
                <p:nvPr/>
              </p:nvSpPr>
              <p:spPr>
                <a:xfrm>
                  <a:off x="578520" y="62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282;p4"/>
                <p:cNvSpPr/>
                <p:nvPr/>
              </p:nvSpPr>
              <p:spPr>
                <a:xfrm>
                  <a:off x="582840" y="-147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283;p4"/>
                <p:cNvSpPr/>
                <p:nvPr/>
              </p:nvSpPr>
              <p:spPr>
                <a:xfrm>
                  <a:off x="582840" y="-3589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5" name="Google Shape;284;p4"/>
                <p:cNvSpPr/>
                <p:nvPr/>
              </p:nvSpPr>
              <p:spPr>
                <a:xfrm>
                  <a:off x="585000" y="-569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6" name="Google Shape;285;p4"/>
                <p:cNvSpPr/>
                <p:nvPr/>
              </p:nvSpPr>
              <p:spPr>
                <a:xfrm>
                  <a:off x="587160" y="-780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286;p4"/>
                <p:cNvSpPr/>
                <p:nvPr/>
              </p:nvSpPr>
              <p:spPr>
                <a:xfrm>
                  <a:off x="592200" y="-986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8" name="Google Shape;287;p4"/>
                <p:cNvSpPr/>
                <p:nvPr/>
              </p:nvSpPr>
              <p:spPr>
                <a:xfrm>
                  <a:off x="596880" y="-1192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9" name="Google Shape;288;p4"/>
                <p:cNvSpPr/>
                <p:nvPr/>
              </p:nvSpPr>
              <p:spPr>
                <a:xfrm>
                  <a:off x="596880" y="-1398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0" name="Google Shape;289;p4"/>
                <p:cNvSpPr/>
                <p:nvPr/>
              </p:nvSpPr>
              <p:spPr>
                <a:xfrm>
                  <a:off x="601920" y="-1616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1609560" y="1076400"/>
            <a:ext cx="5914800" cy="2123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P1: </a:t>
            </a:r>
            <a:r>
              <a:rPr lang="en-US" sz="4800" b="1" dirty="0">
                <a:solidFill>
                  <a:schemeClr val="dk1"/>
                </a:solidFill>
                <a:latin typeface="Outfit"/>
                <a:ea typeface="Outfit"/>
              </a:rPr>
              <a:t>Graph based </a:t>
            </a: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Fraud Detection </a:t>
            </a:r>
          </a:p>
        </p:txBody>
      </p:sp>
      <p:sp>
        <p:nvSpPr>
          <p:cNvPr id="392" name="PlaceHolder 2"/>
          <p:cNvSpPr>
            <a:spLocks noGrp="1"/>
          </p:cNvSpPr>
          <p:nvPr>
            <p:ph type="subTitle"/>
          </p:nvPr>
        </p:nvSpPr>
        <p:spPr>
          <a:xfrm>
            <a:off x="2305080" y="3419640"/>
            <a:ext cx="4524120" cy="342720"/>
          </a:xfrm>
          <a:prstGeom prst="rect">
            <a:avLst/>
          </a:prstGeom>
          <a:noFill/>
          <a:ln w="9360">
            <a:solidFill>
              <a:schemeClr val="dk2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bg2"/>
                </a:solidFill>
                <a:effectLst/>
                <a:uFillTx/>
                <a:latin typeface="OpenSymbol"/>
              </a:rPr>
              <a:t>By: Akanksha Satya &amp; Jonathan Urena Salazar</a:t>
            </a:r>
          </a:p>
        </p:txBody>
      </p:sp>
      <p:grpSp>
        <p:nvGrpSpPr>
          <p:cNvPr id="393" name="Google Shape;3214;p34"/>
          <p:cNvGrpSpPr/>
          <p:nvPr/>
        </p:nvGrpSpPr>
        <p:grpSpPr>
          <a:xfrm>
            <a:off x="1157760" y="-126720"/>
            <a:ext cx="142920" cy="2454120"/>
            <a:chOff x="1157760" y="-126720"/>
            <a:chExt cx="142920" cy="2454120"/>
          </a:xfrm>
        </p:grpSpPr>
        <p:grpSp>
          <p:nvGrpSpPr>
            <p:cNvPr id="394" name="Google Shape;3215;p34"/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395" name="Google Shape;3216;p34"/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3217;p34"/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3218;p34"/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3219;p34"/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3220;p34"/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3221;p34"/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1" name="Google Shape;3222;p34"/>
              <p:cNvSpPr/>
              <p:nvPr/>
            </p:nvSpPr>
            <p:spPr>
              <a:xfrm>
                <a:off x="1172880" y="91980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2" name="Google Shape;3223;p34"/>
              <p:cNvSpPr/>
              <p:nvPr/>
            </p:nvSpPr>
            <p:spPr>
              <a:xfrm>
                <a:off x="1175040" y="70920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3" name="Google Shape;3224;p34"/>
              <p:cNvSpPr/>
              <p:nvPr/>
            </p:nvSpPr>
            <p:spPr>
              <a:xfrm>
                <a:off x="1180080" y="50292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4" name="Google Shape;3225;p34"/>
              <p:cNvSpPr/>
              <p:nvPr/>
            </p:nvSpPr>
            <p:spPr>
              <a:xfrm>
                <a:off x="1184760" y="29664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3226;p34"/>
              <p:cNvSpPr/>
              <p:nvPr/>
            </p:nvSpPr>
            <p:spPr>
              <a:xfrm>
                <a:off x="1184760" y="9072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3227;p34"/>
              <p:cNvSpPr/>
              <p:nvPr/>
            </p:nvSpPr>
            <p:spPr>
              <a:xfrm>
                <a:off x="1189800" y="-12672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7" name="Google Shape;3228;p34"/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408" name="Google Shape;3229;p34"/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3230;p34"/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3231;p34"/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3232;p34"/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2" name="Google Shape;3233;p34"/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3234;p34"/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3235;p34"/>
              <p:cNvSpPr/>
              <p:nvPr/>
            </p:nvSpPr>
            <p:spPr>
              <a:xfrm>
                <a:off x="1172880" y="91980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3236;p34"/>
              <p:cNvSpPr/>
              <p:nvPr/>
            </p:nvSpPr>
            <p:spPr>
              <a:xfrm>
                <a:off x="1175040" y="70920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3237;p34"/>
              <p:cNvSpPr/>
              <p:nvPr/>
            </p:nvSpPr>
            <p:spPr>
              <a:xfrm>
                <a:off x="1180080" y="50292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3238;p34"/>
              <p:cNvSpPr/>
              <p:nvPr/>
            </p:nvSpPr>
            <p:spPr>
              <a:xfrm>
                <a:off x="1184760" y="2966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3239;p34"/>
              <p:cNvSpPr/>
              <p:nvPr/>
            </p:nvSpPr>
            <p:spPr>
              <a:xfrm>
                <a:off x="1184760" y="9072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3240;p34"/>
              <p:cNvSpPr/>
              <p:nvPr/>
            </p:nvSpPr>
            <p:spPr>
              <a:xfrm>
                <a:off x="1189800" y="-12672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20" name="Google Shape;3241;p34"/>
          <p:cNvGrpSpPr/>
          <p:nvPr/>
        </p:nvGrpSpPr>
        <p:grpSpPr>
          <a:xfrm>
            <a:off x="7684200" y="-1211040"/>
            <a:ext cx="142920" cy="2453760"/>
            <a:chOff x="7684200" y="-1211040"/>
            <a:chExt cx="142920" cy="2453760"/>
          </a:xfrm>
        </p:grpSpPr>
        <p:grpSp>
          <p:nvGrpSpPr>
            <p:cNvPr id="421" name="Google Shape;3242;p34"/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422" name="Google Shape;3243;p34"/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3244;p34"/>
              <p:cNvSpPr/>
              <p:nvPr/>
            </p:nvSpPr>
            <p:spPr>
              <a:xfrm>
                <a:off x="7692840" y="8892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3245;p34"/>
              <p:cNvSpPr/>
              <p:nvPr/>
            </p:nvSpPr>
            <p:spPr>
              <a:xfrm>
                <a:off x="7692840" y="6786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3246;p34"/>
              <p:cNvSpPr/>
              <p:nvPr/>
            </p:nvSpPr>
            <p:spPr>
              <a:xfrm>
                <a:off x="7692840" y="46764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3247;p34"/>
              <p:cNvSpPr/>
              <p:nvPr/>
            </p:nvSpPr>
            <p:spPr>
              <a:xfrm>
                <a:off x="7697160" y="2570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3248;p34"/>
              <p:cNvSpPr/>
              <p:nvPr/>
            </p:nvSpPr>
            <p:spPr>
              <a:xfrm>
                <a:off x="7697160" y="464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3249;p34"/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3250;p34"/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3251;p34"/>
              <p:cNvSpPr/>
              <p:nvPr/>
            </p:nvSpPr>
            <p:spPr>
              <a:xfrm>
                <a:off x="7706520" y="-58140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3252;p34"/>
              <p:cNvSpPr/>
              <p:nvPr/>
            </p:nvSpPr>
            <p:spPr>
              <a:xfrm>
                <a:off x="7711200" y="-7876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3253;p34"/>
              <p:cNvSpPr/>
              <p:nvPr/>
            </p:nvSpPr>
            <p:spPr>
              <a:xfrm>
                <a:off x="7711200" y="-99396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3254;p34"/>
              <p:cNvSpPr/>
              <p:nvPr/>
            </p:nvSpPr>
            <p:spPr>
              <a:xfrm>
                <a:off x="7716240" y="-121104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4" name="Google Shape;3255;p34"/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435" name="Google Shape;3256;p34"/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3257;p34"/>
              <p:cNvSpPr/>
              <p:nvPr/>
            </p:nvSpPr>
            <p:spPr>
              <a:xfrm>
                <a:off x="7692840" y="88920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3258;p34"/>
              <p:cNvSpPr/>
              <p:nvPr/>
            </p:nvSpPr>
            <p:spPr>
              <a:xfrm>
                <a:off x="7692840" y="6786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8" name="Google Shape;3259;p34"/>
              <p:cNvSpPr/>
              <p:nvPr/>
            </p:nvSpPr>
            <p:spPr>
              <a:xfrm>
                <a:off x="7692840" y="46764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9" name="Google Shape;3260;p34"/>
              <p:cNvSpPr/>
              <p:nvPr/>
            </p:nvSpPr>
            <p:spPr>
              <a:xfrm>
                <a:off x="7697160" y="25704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0" name="Google Shape;3261;p34"/>
              <p:cNvSpPr/>
              <p:nvPr/>
            </p:nvSpPr>
            <p:spPr>
              <a:xfrm>
                <a:off x="7697160" y="464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1" name="Google Shape;3262;p34"/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2" name="Google Shape;3263;p34"/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3" name="Google Shape;3264;p34"/>
              <p:cNvSpPr/>
              <p:nvPr/>
            </p:nvSpPr>
            <p:spPr>
              <a:xfrm>
                <a:off x="7706520" y="-58140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4" name="Google Shape;3265;p34"/>
              <p:cNvSpPr/>
              <p:nvPr/>
            </p:nvSpPr>
            <p:spPr>
              <a:xfrm>
                <a:off x="7711200" y="-7876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5" name="Google Shape;3266;p34"/>
              <p:cNvSpPr/>
              <p:nvPr/>
            </p:nvSpPr>
            <p:spPr>
              <a:xfrm>
                <a:off x="7711200" y="-99396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6" name="Google Shape;3267;p34"/>
              <p:cNvSpPr/>
              <p:nvPr/>
            </p:nvSpPr>
            <p:spPr>
              <a:xfrm>
                <a:off x="7716240" y="-121104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47" name="Google Shape;3268;p34"/>
          <p:cNvGrpSpPr/>
          <p:nvPr/>
        </p:nvGrpSpPr>
        <p:grpSpPr>
          <a:xfrm>
            <a:off x="8151120" y="1406520"/>
            <a:ext cx="142920" cy="2453760"/>
            <a:chOff x="8151120" y="1406520"/>
            <a:chExt cx="142920" cy="2453760"/>
          </a:xfrm>
        </p:grpSpPr>
        <p:grpSp>
          <p:nvGrpSpPr>
            <p:cNvPr id="448" name="Google Shape;3269;p34"/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449" name="Google Shape;3270;p34"/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0" name="Google Shape;3271;p34"/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1" name="Google Shape;3272;p34"/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2" name="Google Shape;3273;p34"/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3" name="Google Shape;3274;p34"/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4" name="Google Shape;3275;p34"/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5" name="Google Shape;3276;p34"/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6" name="Google Shape;3277;p34"/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7" name="Google Shape;3278;p34"/>
              <p:cNvSpPr/>
              <p:nvPr/>
            </p:nvSpPr>
            <p:spPr>
              <a:xfrm>
                <a:off x="8173440" y="203616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8" name="Google Shape;3279;p34"/>
              <p:cNvSpPr/>
              <p:nvPr/>
            </p:nvSpPr>
            <p:spPr>
              <a:xfrm>
                <a:off x="8178120" y="18298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9" name="Google Shape;3280;p34"/>
              <p:cNvSpPr/>
              <p:nvPr/>
            </p:nvSpPr>
            <p:spPr>
              <a:xfrm>
                <a:off x="8178120" y="162360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0" name="Google Shape;3281;p34"/>
              <p:cNvSpPr/>
              <p:nvPr/>
            </p:nvSpPr>
            <p:spPr>
              <a:xfrm>
                <a:off x="8183160" y="140652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1" name="Google Shape;3282;p34"/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462" name="Google Shape;3283;p34"/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3" name="Google Shape;3284;p34"/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4" name="Google Shape;3285;p34"/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5" name="Google Shape;3286;p34"/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6" name="Google Shape;3287;p34"/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7" name="Google Shape;3288;p34"/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8" name="Google Shape;3289;p34"/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9" name="Google Shape;3290;p34"/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0" name="Google Shape;3291;p34"/>
              <p:cNvSpPr/>
              <p:nvPr/>
            </p:nvSpPr>
            <p:spPr>
              <a:xfrm>
                <a:off x="8173440" y="203616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1" name="Google Shape;3292;p34"/>
              <p:cNvSpPr/>
              <p:nvPr/>
            </p:nvSpPr>
            <p:spPr>
              <a:xfrm>
                <a:off x="8178120" y="18298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2" name="Google Shape;3293;p34"/>
              <p:cNvSpPr/>
              <p:nvPr/>
            </p:nvSpPr>
            <p:spPr>
              <a:xfrm>
                <a:off x="8178120" y="162360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3" name="Google Shape;3294;p34"/>
              <p:cNvSpPr/>
              <p:nvPr/>
            </p:nvSpPr>
            <p:spPr>
              <a:xfrm>
                <a:off x="8183160" y="140652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ectangle 479"/>
          <p:cNvSpPr/>
          <p:nvPr/>
        </p:nvSpPr>
        <p:spPr>
          <a:xfrm>
            <a:off x="566965" y="2456220"/>
            <a:ext cx="2312262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Project Journey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3F4663-74F4-6785-C369-1770E0A8C9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6340606"/>
              </p:ext>
            </p:extLst>
          </p:nvPr>
        </p:nvGraphicFramePr>
        <p:xfrm>
          <a:off x="83127" y="142166"/>
          <a:ext cx="8939961" cy="4860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481"/>
          <p:cNvSpPr/>
          <p:nvPr/>
        </p:nvSpPr>
        <p:spPr>
          <a:xfrm>
            <a:off x="657649" y="269731"/>
            <a:ext cx="486691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Problem &amp; Motivation</a:t>
            </a:r>
          </a:p>
        </p:txBody>
      </p:sp>
      <p:sp>
        <p:nvSpPr>
          <p:cNvPr id="483" name="Rectangle 482"/>
          <p:cNvSpPr/>
          <p:nvPr/>
        </p:nvSpPr>
        <p:spPr>
          <a:xfrm>
            <a:off x="1149980" y="1146361"/>
            <a:ext cx="3619080" cy="5433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Why Fraud Detection Matters?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84" name="image69f23cd14fd20" descr="image69f23cd14fd25"/>
          <p:cNvPicPr/>
          <p:nvPr/>
        </p:nvPicPr>
        <p:blipFill>
          <a:blip r:embed="rId2"/>
          <a:stretch/>
        </p:blipFill>
        <p:spPr>
          <a:xfrm>
            <a:off x="5524559" y="0"/>
            <a:ext cx="3619080" cy="51433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89C629FE-FC5C-3C1D-BB01-51F2F257A9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848494"/>
              </p:ext>
            </p:extLst>
          </p:nvPr>
        </p:nvGraphicFramePr>
        <p:xfrm>
          <a:off x="523324" y="1418039"/>
          <a:ext cx="4872392" cy="372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Rectangle 486"/>
          <p:cNvSpPr/>
          <p:nvPr/>
        </p:nvSpPr>
        <p:spPr>
          <a:xfrm>
            <a:off x="6315873" y="52900"/>
            <a:ext cx="3755301" cy="5847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Graph Model</a:t>
            </a:r>
          </a:p>
        </p:txBody>
      </p:sp>
      <p:pic>
        <p:nvPicPr>
          <p:cNvPr id="489" name="image69f23cd15b1be" descr="image69f23cd15b1c2"/>
          <p:cNvPicPr/>
          <p:nvPr/>
        </p:nvPicPr>
        <p:blipFill>
          <a:blip r:embed="rId2"/>
          <a:stretch/>
        </p:blipFill>
        <p:spPr>
          <a:xfrm>
            <a:off x="0" y="180"/>
            <a:ext cx="2962354" cy="51433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A4DA3147-ECAF-4527-326C-8F780ECB4F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393175"/>
              </p:ext>
            </p:extLst>
          </p:nvPr>
        </p:nvGraphicFramePr>
        <p:xfrm>
          <a:off x="3615856" y="835227"/>
          <a:ext cx="4872392" cy="372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484"/>
          <p:cNvSpPr/>
          <p:nvPr/>
        </p:nvSpPr>
        <p:spPr>
          <a:xfrm>
            <a:off x="650092" y="105783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Detection Signal Overvie</a:t>
            </a:r>
            <a:r>
              <a:rPr lang="en-US" sz="3500" b="1" dirty="0">
                <a:solidFill>
                  <a:srgbClr val="FFFFFF"/>
                </a:solidFill>
                <a:latin typeface="OpenSymbol"/>
              </a:rPr>
              <a:t>w</a:t>
            </a:r>
            <a:endParaRPr lang="en-US" sz="35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0D902C8-AF12-4AE4-3948-1CFA36CE08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686867"/>
              </p:ext>
            </p:extLst>
          </p:nvPr>
        </p:nvGraphicFramePr>
        <p:xfrm>
          <a:off x="332782" y="411850"/>
          <a:ext cx="8478435" cy="431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227030-2128-5796-425C-21391B648326}"/>
              </a:ext>
            </a:extLst>
          </p:cNvPr>
          <p:cNvSpPr txBox="1"/>
          <p:nvPr/>
        </p:nvSpPr>
        <p:spPr>
          <a:xfrm>
            <a:off x="1137331" y="4466202"/>
            <a:ext cx="686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risk score was calculated per each signals weigh contribution.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BFFB19-0D8A-9143-809A-3980333E3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D5BFFB19-0D8A-9143-809A-3980333E3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D5BFFB19-0D8A-9143-809A-3980333E3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A536394-E901-1341-BB20-7F71876C6C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4A536394-E901-1341-BB20-7F71876C6C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4A536394-E901-1341-BB20-7F71876C6C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4A1CAFC-4FBC-8445-99E1-D0114C70A7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E4A1CAFC-4FBC-8445-99E1-D0114C70A7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E4A1CAFC-4FBC-8445-99E1-D0114C70A7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44B21EB-8D00-7146-88B0-130304FE2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544B21EB-8D00-7146-88B0-130304FE2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544B21EB-8D00-7146-88B0-130304FE2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775862-494B-6A4D-8D32-2DA4B75866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A7775862-494B-6A4D-8D32-2DA4B75866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A7775862-494B-6A4D-8D32-2DA4B75866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01A5E5-BBEF-1F4A-9B76-868AC7793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EF01A5E5-BBEF-1F4A-9B76-868AC7793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EF01A5E5-BBEF-1F4A-9B76-868AC7793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6A50789-553C-7243-9CA0-DE75B0401A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86A50789-553C-7243-9CA0-DE75B0401A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86A50789-553C-7243-9CA0-DE75B0401A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88C8AFB-6E95-C349-9F3C-6926F57DA2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88C8AFB-6E95-C349-9F3C-6926F57DA2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88C8AFB-6E95-C349-9F3C-6926F57DA2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997C868-9762-D24E-897A-A0EBFB23B7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graphicEl>
                                              <a:dgm id="{7997C868-9762-D24E-897A-A0EBFB23B7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7997C868-9762-D24E-897A-A0EBFB23B7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0D3976-D505-424E-89E1-114C8618A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graphicEl>
                                              <a:dgm id="{D40D3976-D505-424E-89E1-114C8618A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graphicEl>
                                              <a:dgm id="{D40D3976-D505-424E-89E1-114C8618A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477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Power BI Dashboard Walkthrough </a:t>
            </a:r>
          </a:p>
        </p:txBody>
      </p:sp>
      <p:pic>
        <p:nvPicPr>
          <p:cNvPr id="479" name="image69f23cd144d97" descr="image69f23cd144d9c"/>
          <p:cNvPicPr/>
          <p:nvPr/>
        </p:nvPicPr>
        <p:blipFill>
          <a:blip r:embed="rId2"/>
          <a:stretch/>
        </p:blipFill>
        <p:spPr>
          <a:xfrm>
            <a:off x="3113494" y="0"/>
            <a:ext cx="6030146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DB231C9-8C9A-8659-6556-7B5122836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495" y="0"/>
            <a:ext cx="6030506" cy="514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489"/>
          <p:cNvSpPr/>
          <p:nvPr/>
        </p:nvSpPr>
        <p:spPr>
          <a:xfrm>
            <a:off x="693995" y="95225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Case Study #1: Fan-Out Behavior</a:t>
            </a:r>
          </a:p>
        </p:txBody>
      </p:sp>
      <p:sp>
        <p:nvSpPr>
          <p:cNvPr id="491" name="Rectangle 490"/>
          <p:cNvSpPr/>
          <p:nvPr/>
        </p:nvSpPr>
        <p:spPr>
          <a:xfrm>
            <a:off x="4492699" y="1297675"/>
            <a:ext cx="4112273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Account: </a:t>
            </a:r>
            <a:r>
              <a:rPr lang="en-US" b="1" dirty="0"/>
              <a:t>C133857826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Step: </a:t>
            </a:r>
            <a:r>
              <a:rPr lang="en-US" b="1" dirty="0"/>
              <a:t>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Sent to </a:t>
            </a:r>
            <a:r>
              <a:rPr lang="en-US" b="1" dirty="0"/>
              <a:t>2 receivers in same time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Pattern: </a:t>
            </a:r>
            <a:r>
              <a:rPr lang="en-US" b="1" dirty="0"/>
              <a:t>Fan-Out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Suggests </a:t>
            </a:r>
            <a:r>
              <a:rPr lang="en-US" b="1" dirty="0"/>
              <a:t>fund distribution behavior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3290D22-20EF-05D7-DD41-98FF73A63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0114" y="227334"/>
            <a:ext cx="11098283" cy="5368436"/>
          </a:xfrm>
          <a:prstGeom prst="rect">
            <a:avLst/>
          </a:prstGeom>
        </p:spPr>
      </p:pic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DC83FAC-2F76-8A1C-C54F-EE9822CBBC40}"/>
              </a:ext>
            </a:extLst>
          </p:cNvPr>
          <p:cNvCxnSpPr>
            <a:cxnSpLocks/>
          </p:cNvCxnSpPr>
          <p:nvPr/>
        </p:nvCxnSpPr>
        <p:spPr>
          <a:xfrm rot="10800000">
            <a:off x="3086100" y="4488180"/>
            <a:ext cx="731520" cy="29718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Elbow Connector 448">
            <a:extLst>
              <a:ext uri="{FF2B5EF4-FFF2-40B4-BE49-F238E27FC236}">
                <a16:creationId xmlns:a16="http://schemas.microsoft.com/office/drawing/2014/main" id="{66ECE513-229A-6699-C7F3-2F6BAD2B6C17}"/>
              </a:ext>
            </a:extLst>
          </p:cNvPr>
          <p:cNvCxnSpPr>
            <a:cxnSpLocks/>
          </p:cNvCxnSpPr>
          <p:nvPr/>
        </p:nvCxnSpPr>
        <p:spPr>
          <a:xfrm flipV="1">
            <a:off x="1760220" y="1428480"/>
            <a:ext cx="784860" cy="16410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1933135F-3CA8-C887-ED20-F9FAF312A550}"/>
              </a:ext>
            </a:extLst>
          </p:cNvPr>
          <p:cNvCxnSpPr/>
          <p:nvPr/>
        </p:nvCxnSpPr>
        <p:spPr>
          <a:xfrm flipH="1">
            <a:off x="2152650" y="2809440"/>
            <a:ext cx="44577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E713707D-56A5-F916-5277-DEC2D119FF39}"/>
              </a:ext>
            </a:extLst>
          </p:cNvPr>
          <p:cNvSpPr txBox="1"/>
          <p:nvPr/>
        </p:nvSpPr>
        <p:spPr>
          <a:xfrm>
            <a:off x="2583180" y="2678635"/>
            <a:ext cx="621000" cy="2616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Sender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C4AEDAB1-1F3E-4FA5-D897-60D72C8D169D}"/>
              </a:ext>
            </a:extLst>
          </p:cNvPr>
          <p:cNvSpPr txBox="1"/>
          <p:nvPr/>
        </p:nvSpPr>
        <p:spPr>
          <a:xfrm>
            <a:off x="1032805" y="1470615"/>
            <a:ext cx="1608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Receiver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1A1F5026-4505-F113-0C40-88CCB4413B60}"/>
              </a:ext>
            </a:extLst>
          </p:cNvPr>
          <p:cNvSpPr txBox="1"/>
          <p:nvPr/>
        </p:nvSpPr>
        <p:spPr>
          <a:xfrm>
            <a:off x="3767439" y="4654556"/>
            <a:ext cx="1608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Receiver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C9CC3FDE-55BF-9DE7-36D4-0F90CBDCBFEE}"/>
              </a:ext>
            </a:extLst>
          </p:cNvPr>
          <p:cNvSpPr txBox="1"/>
          <p:nvPr/>
        </p:nvSpPr>
        <p:spPr>
          <a:xfrm>
            <a:off x="4178864" y="3387993"/>
            <a:ext cx="41253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Why it matters?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	Unusual compared to normal one-to-one transactions	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494"/>
          <p:cNvSpPr/>
          <p:nvPr/>
        </p:nvSpPr>
        <p:spPr>
          <a:xfrm>
            <a:off x="661337" y="89957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Case Study #2: Fan-In Behavior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7F810-AC90-5F89-7AEF-6DD87780B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744" y="303835"/>
            <a:ext cx="5529943" cy="51540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6A1956-36B1-444B-C177-12788654D114}"/>
              </a:ext>
            </a:extLst>
          </p:cNvPr>
          <p:cNvSpPr/>
          <p:nvPr/>
        </p:nvSpPr>
        <p:spPr>
          <a:xfrm>
            <a:off x="5031727" y="1042157"/>
            <a:ext cx="4112273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Account: </a:t>
            </a:r>
            <a:r>
              <a:rPr lang="en-US" b="1" dirty="0"/>
              <a:t>C1590550415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Step: </a:t>
            </a:r>
            <a:r>
              <a:rPr lang="en-US" b="1" dirty="0"/>
              <a:t>1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Received from </a:t>
            </a:r>
            <a:r>
              <a:rPr lang="en-US" b="1" dirty="0"/>
              <a:t>32 unique accounts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Pattern: </a:t>
            </a:r>
            <a:r>
              <a:rPr lang="en-US" b="1" dirty="0"/>
              <a:t>Fan-In (Aggregation)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</a:t>
            </a:r>
            <a:r>
              <a:rPr lang="en-US" b="1" dirty="0"/>
              <a:t>centralized fund collection</a:t>
            </a:r>
            <a:r>
              <a:rPr lang="en-US" dirty="0"/>
              <a:t> 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8DB24-9921-4FE7-A6FD-33BE8FF334FF}"/>
              </a:ext>
            </a:extLst>
          </p:cNvPr>
          <p:cNvSpPr txBox="1"/>
          <p:nvPr/>
        </p:nvSpPr>
        <p:spPr>
          <a:xfrm>
            <a:off x="4727068" y="3296841"/>
            <a:ext cx="41253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Why it matters?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	Unusually high number of incoming transactions in a short time window	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0E543-C130-245E-A23C-52BCD09E10FD}"/>
              </a:ext>
            </a:extLst>
          </p:cNvPr>
          <p:cNvSpPr txBox="1"/>
          <p:nvPr/>
        </p:nvSpPr>
        <p:spPr>
          <a:xfrm>
            <a:off x="661337" y="1114100"/>
            <a:ext cx="1120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 Accounts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B1D3F2A4-6EC2-F8BA-1A09-BB9C962FE1B4}"/>
              </a:ext>
            </a:extLst>
          </p:cNvPr>
          <p:cNvCxnSpPr>
            <a:cxnSpLocks/>
          </p:cNvCxnSpPr>
          <p:nvPr/>
        </p:nvCxnSpPr>
        <p:spPr>
          <a:xfrm flipV="1">
            <a:off x="1297926" y="1137929"/>
            <a:ext cx="784860" cy="16410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0537B56-D79A-B0C3-A061-DA81B48CC86D}"/>
              </a:ext>
            </a:extLst>
          </p:cNvPr>
          <p:cNvCxnSpPr>
            <a:cxnSpLocks/>
          </p:cNvCxnSpPr>
          <p:nvPr/>
        </p:nvCxnSpPr>
        <p:spPr>
          <a:xfrm rot="5400000">
            <a:off x="476389" y="1700855"/>
            <a:ext cx="590302" cy="220406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22543A2-E5BF-46DA-EA8F-21E71879681F}"/>
              </a:ext>
            </a:extLst>
          </p:cNvPr>
          <p:cNvSpPr txBox="1"/>
          <p:nvPr/>
        </p:nvSpPr>
        <p:spPr>
          <a:xfrm>
            <a:off x="2482538" y="2106209"/>
            <a:ext cx="744312" cy="41549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Target Account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3ACD01-C1F9-E6E6-9C79-887D105541F7}"/>
              </a:ext>
            </a:extLst>
          </p:cNvPr>
          <p:cNvCxnSpPr>
            <a:cxnSpLocks/>
          </p:cNvCxnSpPr>
          <p:nvPr/>
        </p:nvCxnSpPr>
        <p:spPr>
          <a:xfrm>
            <a:off x="2797629" y="2521707"/>
            <a:ext cx="0" cy="23237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496"/>
          <p:cNvSpPr/>
          <p:nvPr/>
        </p:nvSpPr>
        <p:spPr>
          <a:xfrm>
            <a:off x="704880" y="11705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Case Study #3: Drain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542472-C271-9A78-F5FC-E0A2D91D5A31}"/>
              </a:ext>
            </a:extLst>
          </p:cNvPr>
          <p:cNvSpPr/>
          <p:nvPr/>
        </p:nvSpPr>
        <p:spPr>
          <a:xfrm>
            <a:off x="5031727" y="1042157"/>
            <a:ext cx="4112273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Account: </a:t>
            </a:r>
            <a:r>
              <a:rPr lang="en-US" b="1" dirty="0"/>
              <a:t>C2050019814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Receives </a:t>
            </a:r>
            <a:r>
              <a:rPr lang="en-US" b="1" dirty="0"/>
              <a:t>funds from multiple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Quickly transfers funds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window: </a:t>
            </a:r>
            <a:r>
              <a:rPr lang="en-US" b="1" dirty="0"/>
              <a:t>≤ 10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Leaves very </a:t>
            </a:r>
            <a:r>
              <a:rPr lang="en-US" b="1" dirty="0"/>
              <a:t>low remaining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Pattern: </a:t>
            </a:r>
            <a:r>
              <a:rPr lang="en-US" b="1" dirty="0"/>
              <a:t>Drain</a:t>
            </a:r>
            <a:r>
              <a:rPr lang="en-US" dirty="0"/>
              <a:t> (Pass-through behavior)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0590E-1624-2A7A-91C1-9A6C73D26013}"/>
              </a:ext>
            </a:extLst>
          </p:cNvPr>
          <p:cNvSpPr txBox="1"/>
          <p:nvPr/>
        </p:nvSpPr>
        <p:spPr>
          <a:xfrm>
            <a:off x="4661753" y="3667353"/>
            <a:ext cx="41253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Why it matters?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	Acts as an intermediary rather than a final destination	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FF7314-7F9D-FB76-F7C4-B239D10CE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8546" y="-667900"/>
            <a:ext cx="7244232" cy="6751799"/>
          </a:xfrm>
          <a:prstGeom prst="rect">
            <a:avLst/>
          </a:prstGeom>
        </p:spPr>
      </p:pic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E822B9F-DEE2-FA9B-B6AA-746AE4BD54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01186" y="929513"/>
            <a:ext cx="536547" cy="196483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6AA386-5939-1E93-9157-ABE1B5EE922D}"/>
              </a:ext>
            </a:extLst>
          </p:cNvPr>
          <p:cNvSpPr txBox="1"/>
          <p:nvPr/>
        </p:nvSpPr>
        <p:spPr>
          <a:xfrm>
            <a:off x="311128" y="4602224"/>
            <a:ext cx="11204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Sources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5ED69145-ECEE-F170-FBDA-2A8D0160CFDB}"/>
              </a:ext>
            </a:extLst>
          </p:cNvPr>
          <p:cNvCxnSpPr>
            <a:cxnSpLocks/>
          </p:cNvCxnSpPr>
          <p:nvPr/>
        </p:nvCxnSpPr>
        <p:spPr>
          <a:xfrm>
            <a:off x="967298" y="4729182"/>
            <a:ext cx="1073099" cy="205555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6D6F6B8A-9AF3-9EFC-1BEA-7C825CA704F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49740" y="4044408"/>
            <a:ext cx="858821" cy="25146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562324-B092-53D0-E55A-38E6C094F03B}"/>
              </a:ext>
            </a:extLst>
          </p:cNvPr>
          <p:cNvSpPr txBox="1"/>
          <p:nvPr/>
        </p:nvSpPr>
        <p:spPr>
          <a:xfrm>
            <a:off x="4337733" y="802555"/>
            <a:ext cx="11204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Destination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4F2730-6630-D85D-4478-435CB252C186}"/>
              </a:ext>
            </a:extLst>
          </p:cNvPr>
          <p:cNvCxnSpPr>
            <a:cxnSpLocks/>
          </p:cNvCxnSpPr>
          <p:nvPr/>
        </p:nvCxnSpPr>
        <p:spPr>
          <a:xfrm>
            <a:off x="2593589" y="2571750"/>
            <a:ext cx="0" cy="23237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B88CE70-0F8E-67F0-8EA4-E8AFC6FB8DC7}"/>
              </a:ext>
            </a:extLst>
          </p:cNvPr>
          <p:cNvSpPr txBox="1"/>
          <p:nvPr/>
        </p:nvSpPr>
        <p:spPr>
          <a:xfrm>
            <a:off x="2273413" y="2156252"/>
            <a:ext cx="749389" cy="41549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Draining Account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491"/>
          <p:cNvSpPr/>
          <p:nvPr/>
        </p:nvSpPr>
        <p:spPr>
          <a:xfrm>
            <a:off x="5097761" y="70337"/>
            <a:ext cx="3997479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Case Study Summary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F8066-79B9-809A-1B60-659F7301F117}"/>
              </a:ext>
            </a:extLst>
          </p:cNvPr>
          <p:cNvSpPr txBox="1"/>
          <p:nvPr/>
        </p:nvSpPr>
        <p:spPr>
          <a:xfrm>
            <a:off x="699573" y="606901"/>
            <a:ext cx="52294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Fan-Out (Distribution)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account sends funds to multiple recipients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Suggests </a:t>
            </a:r>
            <a:r>
              <a:rPr lang="en-US" b="1" dirty="0"/>
              <a:t>fund splitting / layering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Fan-In (Aggregation)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Multiple accounts send funds to one account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Indicates </a:t>
            </a:r>
            <a:r>
              <a:rPr lang="en-US" b="1" dirty="0"/>
              <a:t>centralized collection (hub)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Drain Behavior (Intermediary)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Account receives and quickly transfers funds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Suggests </a:t>
            </a:r>
            <a:r>
              <a:rPr lang="en-US" b="1" dirty="0"/>
              <a:t>pass-through / laundering activity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467C2-E0D8-1571-16C8-2DE38723A86A}"/>
              </a:ext>
            </a:extLst>
          </p:cNvPr>
          <p:cNvSpPr txBox="1"/>
          <p:nvPr/>
        </p:nvSpPr>
        <p:spPr>
          <a:xfrm>
            <a:off x="525761" y="4544156"/>
            <a:ext cx="85124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Fraud is not a single action; it is a coordinated flow of funds across multiple accounts.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B63A7-6E5A-EC1C-F446-6A02436B3509}"/>
              </a:ext>
            </a:extLst>
          </p:cNvPr>
          <p:cNvSpPr txBox="1"/>
          <p:nvPr/>
        </p:nvSpPr>
        <p:spPr>
          <a:xfrm>
            <a:off x="6672853" y="816159"/>
            <a:ext cx="92195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Fan-In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992E8-A963-4BA6-DF33-1F0B25EE3DAE}"/>
              </a:ext>
            </a:extLst>
          </p:cNvPr>
          <p:cNvSpPr txBox="1"/>
          <p:nvPr/>
        </p:nvSpPr>
        <p:spPr>
          <a:xfrm>
            <a:off x="6672853" y="1685921"/>
            <a:ext cx="92195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312E5-0DD3-60CA-1698-B7A760188749}"/>
              </a:ext>
            </a:extLst>
          </p:cNvPr>
          <p:cNvSpPr txBox="1"/>
          <p:nvPr/>
        </p:nvSpPr>
        <p:spPr>
          <a:xfrm>
            <a:off x="6548161" y="2546553"/>
            <a:ext cx="117133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Fan-Out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D2CC97-4A44-B579-D4CA-3E64CA370194}"/>
              </a:ext>
            </a:extLst>
          </p:cNvPr>
          <p:cNvCxnSpPr/>
          <p:nvPr/>
        </p:nvCxnSpPr>
        <p:spPr>
          <a:xfrm>
            <a:off x="7096500" y="1314922"/>
            <a:ext cx="0" cy="26449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29BE38-6308-F54D-BDF7-F26A8A26FB44}"/>
              </a:ext>
            </a:extLst>
          </p:cNvPr>
          <p:cNvCxnSpPr/>
          <p:nvPr/>
        </p:nvCxnSpPr>
        <p:spPr>
          <a:xfrm>
            <a:off x="7098213" y="2189064"/>
            <a:ext cx="0" cy="26449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9654-55B6-837D-D6AD-A5029D14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Worked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5CF323-7DD6-76AD-CAFE-4516E108E1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664260"/>
              </p:ext>
            </p:extLst>
          </p:nvPr>
        </p:nvGraphicFramePr>
        <p:xfrm>
          <a:off x="1523820" y="101736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31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B69D0-DFE0-FCCA-FC8F-5B1A803A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A3FF-E97A-CE72-BD64-A97A0761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Didn’t Worked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EEB1C59-7E14-0E01-AB82-B3338993A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55041"/>
              </p:ext>
            </p:extLst>
          </p:nvPr>
        </p:nvGraphicFramePr>
        <p:xfrm>
          <a:off x="204040" y="1194010"/>
          <a:ext cx="8811491" cy="3675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5177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1032-91A6-826E-0420-76D27591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024F-7C6B-148A-1C7B-89F22EB4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136CE6-53D2-CDB3-0493-4821C6FE9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843615"/>
              </p:ext>
            </p:extLst>
          </p:nvPr>
        </p:nvGraphicFramePr>
        <p:xfrm>
          <a:off x="-404301" y="1017360"/>
          <a:ext cx="9952602" cy="3852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069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1DEB-3582-EB05-6991-510B68E32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505B-7AB3-A62D-5D6B-8D6F0012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BD34DD0-B9B7-9092-F713-50843BFDB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7922036"/>
              </p:ext>
            </p:extLst>
          </p:nvPr>
        </p:nvGraphicFramePr>
        <p:xfrm>
          <a:off x="204040" y="1194010"/>
          <a:ext cx="8811491" cy="3675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1979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02210-B511-C040-5D11-FD91D362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>
            <a:extLst>
              <a:ext uri="{FF2B5EF4-FFF2-40B4-BE49-F238E27FC236}">
                <a16:creationId xmlns:a16="http://schemas.microsoft.com/office/drawing/2014/main" id="{312F6D29-23A8-F3BA-967A-D5D40925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740" y="650700"/>
            <a:ext cx="5914800" cy="2123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Thanks!</a:t>
            </a:r>
          </a:p>
        </p:txBody>
      </p:sp>
      <p:sp>
        <p:nvSpPr>
          <p:cNvPr id="392" name="PlaceHolder 2">
            <a:extLst>
              <a:ext uri="{FF2B5EF4-FFF2-40B4-BE49-F238E27FC236}">
                <a16:creationId xmlns:a16="http://schemas.microsoft.com/office/drawing/2014/main" id="{6D7B8825-D8BE-61E6-1C1A-EABA90230A5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05080" y="3419640"/>
            <a:ext cx="4524120" cy="342720"/>
          </a:xfrm>
          <a:prstGeom prst="rect">
            <a:avLst/>
          </a:prstGeom>
          <a:noFill/>
          <a:ln w="9360">
            <a:solidFill>
              <a:schemeClr val="dk2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bg2"/>
                </a:solidFill>
                <a:effectLst/>
                <a:uFillTx/>
                <a:latin typeface="OpenSymbol"/>
              </a:rPr>
              <a:t>By: Akanksha Satya &amp; Jonathan Urena Salazar</a:t>
            </a:r>
          </a:p>
        </p:txBody>
      </p:sp>
      <p:grpSp>
        <p:nvGrpSpPr>
          <p:cNvPr id="393" name="Google Shape;3214;p34">
            <a:extLst>
              <a:ext uri="{FF2B5EF4-FFF2-40B4-BE49-F238E27FC236}">
                <a16:creationId xmlns:a16="http://schemas.microsoft.com/office/drawing/2014/main" id="{4A8DF31F-BA74-CF34-2418-9D73930A1BB5}"/>
              </a:ext>
            </a:extLst>
          </p:cNvPr>
          <p:cNvGrpSpPr/>
          <p:nvPr/>
        </p:nvGrpSpPr>
        <p:grpSpPr>
          <a:xfrm>
            <a:off x="1157760" y="-126720"/>
            <a:ext cx="142920" cy="2454120"/>
            <a:chOff x="1157760" y="-126720"/>
            <a:chExt cx="142920" cy="2454120"/>
          </a:xfrm>
        </p:grpSpPr>
        <p:grpSp>
          <p:nvGrpSpPr>
            <p:cNvPr id="394" name="Google Shape;3215;p34">
              <a:extLst>
                <a:ext uri="{FF2B5EF4-FFF2-40B4-BE49-F238E27FC236}">
                  <a16:creationId xmlns:a16="http://schemas.microsoft.com/office/drawing/2014/main" id="{03E47F34-685C-3627-000D-5DEF2D7B1414}"/>
                </a:ext>
              </a:extLst>
            </p:cNvPr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395" name="Google Shape;3216;p34">
                <a:extLst>
                  <a:ext uri="{FF2B5EF4-FFF2-40B4-BE49-F238E27FC236}">
                    <a16:creationId xmlns:a16="http://schemas.microsoft.com/office/drawing/2014/main" id="{0EFB37FE-F866-A56D-2672-B9F217B492F2}"/>
                  </a:ext>
                </a:extLst>
              </p:cNvPr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3217;p34">
                <a:extLst>
                  <a:ext uri="{FF2B5EF4-FFF2-40B4-BE49-F238E27FC236}">
                    <a16:creationId xmlns:a16="http://schemas.microsoft.com/office/drawing/2014/main" id="{F160AC0B-C77A-7E0C-8A4D-10722B415E40}"/>
                  </a:ext>
                </a:extLst>
              </p:cNvPr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3218;p34">
                <a:extLst>
                  <a:ext uri="{FF2B5EF4-FFF2-40B4-BE49-F238E27FC236}">
                    <a16:creationId xmlns:a16="http://schemas.microsoft.com/office/drawing/2014/main" id="{7939F5D5-175F-781A-AFD7-3C6245132939}"/>
                  </a:ext>
                </a:extLst>
              </p:cNvPr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3219;p34">
                <a:extLst>
                  <a:ext uri="{FF2B5EF4-FFF2-40B4-BE49-F238E27FC236}">
                    <a16:creationId xmlns:a16="http://schemas.microsoft.com/office/drawing/2014/main" id="{581D21A2-4B96-3913-D4CF-618123C9A870}"/>
                  </a:ext>
                </a:extLst>
              </p:cNvPr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3220;p34">
                <a:extLst>
                  <a:ext uri="{FF2B5EF4-FFF2-40B4-BE49-F238E27FC236}">
                    <a16:creationId xmlns:a16="http://schemas.microsoft.com/office/drawing/2014/main" id="{BD80EE29-18CF-2E4A-AFC0-63ED272E9D1B}"/>
                  </a:ext>
                </a:extLst>
              </p:cNvPr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3221;p34">
                <a:extLst>
                  <a:ext uri="{FF2B5EF4-FFF2-40B4-BE49-F238E27FC236}">
                    <a16:creationId xmlns:a16="http://schemas.microsoft.com/office/drawing/2014/main" id="{48E8F8AF-ABEC-6181-80AE-74C9422C74A6}"/>
                  </a:ext>
                </a:extLst>
              </p:cNvPr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1" name="Google Shape;3222;p34">
                <a:extLst>
                  <a:ext uri="{FF2B5EF4-FFF2-40B4-BE49-F238E27FC236}">
                    <a16:creationId xmlns:a16="http://schemas.microsoft.com/office/drawing/2014/main" id="{BB58F3F0-9BB2-DBBB-0D9D-97F806F5554C}"/>
                  </a:ext>
                </a:extLst>
              </p:cNvPr>
              <p:cNvSpPr/>
              <p:nvPr/>
            </p:nvSpPr>
            <p:spPr>
              <a:xfrm>
                <a:off x="1172880" y="91980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2" name="Google Shape;3223;p34">
                <a:extLst>
                  <a:ext uri="{FF2B5EF4-FFF2-40B4-BE49-F238E27FC236}">
                    <a16:creationId xmlns:a16="http://schemas.microsoft.com/office/drawing/2014/main" id="{9B9C9F5F-B637-764B-40D1-544EE9DE2328}"/>
                  </a:ext>
                </a:extLst>
              </p:cNvPr>
              <p:cNvSpPr/>
              <p:nvPr/>
            </p:nvSpPr>
            <p:spPr>
              <a:xfrm>
                <a:off x="1175040" y="70920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3" name="Google Shape;3224;p34">
                <a:extLst>
                  <a:ext uri="{FF2B5EF4-FFF2-40B4-BE49-F238E27FC236}">
                    <a16:creationId xmlns:a16="http://schemas.microsoft.com/office/drawing/2014/main" id="{98C4B737-0E80-3C54-151B-A357E854A2BA}"/>
                  </a:ext>
                </a:extLst>
              </p:cNvPr>
              <p:cNvSpPr/>
              <p:nvPr/>
            </p:nvSpPr>
            <p:spPr>
              <a:xfrm>
                <a:off x="1180080" y="50292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4" name="Google Shape;3225;p34">
                <a:extLst>
                  <a:ext uri="{FF2B5EF4-FFF2-40B4-BE49-F238E27FC236}">
                    <a16:creationId xmlns:a16="http://schemas.microsoft.com/office/drawing/2014/main" id="{48260DDB-B0F2-6AC6-3819-B9D2784D45DC}"/>
                  </a:ext>
                </a:extLst>
              </p:cNvPr>
              <p:cNvSpPr/>
              <p:nvPr/>
            </p:nvSpPr>
            <p:spPr>
              <a:xfrm>
                <a:off x="1184760" y="29664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3226;p34">
                <a:extLst>
                  <a:ext uri="{FF2B5EF4-FFF2-40B4-BE49-F238E27FC236}">
                    <a16:creationId xmlns:a16="http://schemas.microsoft.com/office/drawing/2014/main" id="{24E8267E-CF19-DAC7-EBE4-B23F476B389B}"/>
                  </a:ext>
                </a:extLst>
              </p:cNvPr>
              <p:cNvSpPr/>
              <p:nvPr/>
            </p:nvSpPr>
            <p:spPr>
              <a:xfrm>
                <a:off x="1184760" y="9072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3227;p34">
                <a:extLst>
                  <a:ext uri="{FF2B5EF4-FFF2-40B4-BE49-F238E27FC236}">
                    <a16:creationId xmlns:a16="http://schemas.microsoft.com/office/drawing/2014/main" id="{EBD9098C-0AEF-01AB-B450-484D2F1811A9}"/>
                  </a:ext>
                </a:extLst>
              </p:cNvPr>
              <p:cNvSpPr/>
              <p:nvPr/>
            </p:nvSpPr>
            <p:spPr>
              <a:xfrm>
                <a:off x="1189800" y="-12672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7" name="Google Shape;3228;p34">
              <a:extLst>
                <a:ext uri="{FF2B5EF4-FFF2-40B4-BE49-F238E27FC236}">
                  <a16:creationId xmlns:a16="http://schemas.microsoft.com/office/drawing/2014/main" id="{FA87731F-83CA-A2B9-0574-5D552AD7FFE7}"/>
                </a:ext>
              </a:extLst>
            </p:cNvPr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408" name="Google Shape;3229;p34">
                <a:extLst>
                  <a:ext uri="{FF2B5EF4-FFF2-40B4-BE49-F238E27FC236}">
                    <a16:creationId xmlns:a16="http://schemas.microsoft.com/office/drawing/2014/main" id="{F8D127DA-C678-ADC5-B821-09223860BFCF}"/>
                  </a:ext>
                </a:extLst>
              </p:cNvPr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3230;p34">
                <a:extLst>
                  <a:ext uri="{FF2B5EF4-FFF2-40B4-BE49-F238E27FC236}">
                    <a16:creationId xmlns:a16="http://schemas.microsoft.com/office/drawing/2014/main" id="{5AD7104B-FA99-268E-31BB-5D9315A916A4}"/>
                  </a:ext>
                </a:extLst>
              </p:cNvPr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3231;p34">
                <a:extLst>
                  <a:ext uri="{FF2B5EF4-FFF2-40B4-BE49-F238E27FC236}">
                    <a16:creationId xmlns:a16="http://schemas.microsoft.com/office/drawing/2014/main" id="{C5B7AB83-831D-9E07-8193-DB7A3FB1CA2B}"/>
                  </a:ext>
                </a:extLst>
              </p:cNvPr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3232;p34">
                <a:extLst>
                  <a:ext uri="{FF2B5EF4-FFF2-40B4-BE49-F238E27FC236}">
                    <a16:creationId xmlns:a16="http://schemas.microsoft.com/office/drawing/2014/main" id="{6BE13381-8F00-252D-16C3-774D079E78DB}"/>
                  </a:ext>
                </a:extLst>
              </p:cNvPr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2" name="Google Shape;3233;p34">
                <a:extLst>
                  <a:ext uri="{FF2B5EF4-FFF2-40B4-BE49-F238E27FC236}">
                    <a16:creationId xmlns:a16="http://schemas.microsoft.com/office/drawing/2014/main" id="{76E98E61-CC80-FDC7-1002-8E3AEDBD93BB}"/>
                  </a:ext>
                </a:extLst>
              </p:cNvPr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3234;p34">
                <a:extLst>
                  <a:ext uri="{FF2B5EF4-FFF2-40B4-BE49-F238E27FC236}">
                    <a16:creationId xmlns:a16="http://schemas.microsoft.com/office/drawing/2014/main" id="{CB0EBF4F-DF38-46CB-8B4C-4C678D317A33}"/>
                  </a:ext>
                </a:extLst>
              </p:cNvPr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3235;p34">
                <a:extLst>
                  <a:ext uri="{FF2B5EF4-FFF2-40B4-BE49-F238E27FC236}">
                    <a16:creationId xmlns:a16="http://schemas.microsoft.com/office/drawing/2014/main" id="{6DC48DB1-0826-A367-092D-3F435E4A0826}"/>
                  </a:ext>
                </a:extLst>
              </p:cNvPr>
              <p:cNvSpPr/>
              <p:nvPr/>
            </p:nvSpPr>
            <p:spPr>
              <a:xfrm>
                <a:off x="1172880" y="91980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3236;p34">
                <a:extLst>
                  <a:ext uri="{FF2B5EF4-FFF2-40B4-BE49-F238E27FC236}">
                    <a16:creationId xmlns:a16="http://schemas.microsoft.com/office/drawing/2014/main" id="{1F7160B6-F891-B7D6-BD2E-15C2266F7C2D}"/>
                  </a:ext>
                </a:extLst>
              </p:cNvPr>
              <p:cNvSpPr/>
              <p:nvPr/>
            </p:nvSpPr>
            <p:spPr>
              <a:xfrm>
                <a:off x="1175040" y="70920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3237;p34">
                <a:extLst>
                  <a:ext uri="{FF2B5EF4-FFF2-40B4-BE49-F238E27FC236}">
                    <a16:creationId xmlns:a16="http://schemas.microsoft.com/office/drawing/2014/main" id="{BE99C3D2-0745-0498-6777-88112D483C63}"/>
                  </a:ext>
                </a:extLst>
              </p:cNvPr>
              <p:cNvSpPr/>
              <p:nvPr/>
            </p:nvSpPr>
            <p:spPr>
              <a:xfrm>
                <a:off x="1180080" y="50292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3238;p34">
                <a:extLst>
                  <a:ext uri="{FF2B5EF4-FFF2-40B4-BE49-F238E27FC236}">
                    <a16:creationId xmlns:a16="http://schemas.microsoft.com/office/drawing/2014/main" id="{695958F7-71C2-14CB-6078-79D79CB79D5A}"/>
                  </a:ext>
                </a:extLst>
              </p:cNvPr>
              <p:cNvSpPr/>
              <p:nvPr/>
            </p:nvSpPr>
            <p:spPr>
              <a:xfrm>
                <a:off x="1184760" y="2966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3239;p34">
                <a:extLst>
                  <a:ext uri="{FF2B5EF4-FFF2-40B4-BE49-F238E27FC236}">
                    <a16:creationId xmlns:a16="http://schemas.microsoft.com/office/drawing/2014/main" id="{B216445D-FAE2-BD45-DEDB-105A9C043E5D}"/>
                  </a:ext>
                </a:extLst>
              </p:cNvPr>
              <p:cNvSpPr/>
              <p:nvPr/>
            </p:nvSpPr>
            <p:spPr>
              <a:xfrm>
                <a:off x="1184760" y="9072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3240;p34">
                <a:extLst>
                  <a:ext uri="{FF2B5EF4-FFF2-40B4-BE49-F238E27FC236}">
                    <a16:creationId xmlns:a16="http://schemas.microsoft.com/office/drawing/2014/main" id="{49195943-A64E-D92E-4E14-DDC45615A2AF}"/>
                  </a:ext>
                </a:extLst>
              </p:cNvPr>
              <p:cNvSpPr/>
              <p:nvPr/>
            </p:nvSpPr>
            <p:spPr>
              <a:xfrm>
                <a:off x="1189800" y="-12672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20" name="Google Shape;3241;p34">
            <a:extLst>
              <a:ext uri="{FF2B5EF4-FFF2-40B4-BE49-F238E27FC236}">
                <a16:creationId xmlns:a16="http://schemas.microsoft.com/office/drawing/2014/main" id="{00157F76-C2A2-DC7C-4BA7-F2192AFEF91A}"/>
              </a:ext>
            </a:extLst>
          </p:cNvPr>
          <p:cNvGrpSpPr/>
          <p:nvPr/>
        </p:nvGrpSpPr>
        <p:grpSpPr>
          <a:xfrm>
            <a:off x="7684200" y="-1211040"/>
            <a:ext cx="142920" cy="2453760"/>
            <a:chOff x="7684200" y="-1211040"/>
            <a:chExt cx="142920" cy="2453760"/>
          </a:xfrm>
        </p:grpSpPr>
        <p:grpSp>
          <p:nvGrpSpPr>
            <p:cNvPr id="421" name="Google Shape;3242;p34">
              <a:extLst>
                <a:ext uri="{FF2B5EF4-FFF2-40B4-BE49-F238E27FC236}">
                  <a16:creationId xmlns:a16="http://schemas.microsoft.com/office/drawing/2014/main" id="{6CF7468B-28EE-B7F4-0712-FC9544F31B6A}"/>
                </a:ext>
              </a:extLst>
            </p:cNvPr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422" name="Google Shape;3243;p34">
                <a:extLst>
                  <a:ext uri="{FF2B5EF4-FFF2-40B4-BE49-F238E27FC236}">
                    <a16:creationId xmlns:a16="http://schemas.microsoft.com/office/drawing/2014/main" id="{5725B9F7-F824-F346-F5FD-187C3BD829DB}"/>
                  </a:ext>
                </a:extLst>
              </p:cNvPr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3244;p34">
                <a:extLst>
                  <a:ext uri="{FF2B5EF4-FFF2-40B4-BE49-F238E27FC236}">
                    <a16:creationId xmlns:a16="http://schemas.microsoft.com/office/drawing/2014/main" id="{CA5522D8-F599-DCA7-D121-9651BB279EDD}"/>
                  </a:ext>
                </a:extLst>
              </p:cNvPr>
              <p:cNvSpPr/>
              <p:nvPr/>
            </p:nvSpPr>
            <p:spPr>
              <a:xfrm>
                <a:off x="7692840" y="8892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3245;p34">
                <a:extLst>
                  <a:ext uri="{FF2B5EF4-FFF2-40B4-BE49-F238E27FC236}">
                    <a16:creationId xmlns:a16="http://schemas.microsoft.com/office/drawing/2014/main" id="{EB4886E2-58F3-1FEF-09AE-6B8944170347}"/>
                  </a:ext>
                </a:extLst>
              </p:cNvPr>
              <p:cNvSpPr/>
              <p:nvPr/>
            </p:nvSpPr>
            <p:spPr>
              <a:xfrm>
                <a:off x="7692840" y="6786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3246;p34">
                <a:extLst>
                  <a:ext uri="{FF2B5EF4-FFF2-40B4-BE49-F238E27FC236}">
                    <a16:creationId xmlns:a16="http://schemas.microsoft.com/office/drawing/2014/main" id="{78D7B9CC-35F5-1DCD-0569-C7E78608ABB1}"/>
                  </a:ext>
                </a:extLst>
              </p:cNvPr>
              <p:cNvSpPr/>
              <p:nvPr/>
            </p:nvSpPr>
            <p:spPr>
              <a:xfrm>
                <a:off x="7692840" y="46764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3247;p34">
                <a:extLst>
                  <a:ext uri="{FF2B5EF4-FFF2-40B4-BE49-F238E27FC236}">
                    <a16:creationId xmlns:a16="http://schemas.microsoft.com/office/drawing/2014/main" id="{2DE79FF2-9E7C-BB3B-5B0F-98B56386014B}"/>
                  </a:ext>
                </a:extLst>
              </p:cNvPr>
              <p:cNvSpPr/>
              <p:nvPr/>
            </p:nvSpPr>
            <p:spPr>
              <a:xfrm>
                <a:off x="7697160" y="2570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3248;p34">
                <a:extLst>
                  <a:ext uri="{FF2B5EF4-FFF2-40B4-BE49-F238E27FC236}">
                    <a16:creationId xmlns:a16="http://schemas.microsoft.com/office/drawing/2014/main" id="{C6F56A6C-9F7B-B342-96A4-EA4D0CFD2EA0}"/>
                  </a:ext>
                </a:extLst>
              </p:cNvPr>
              <p:cNvSpPr/>
              <p:nvPr/>
            </p:nvSpPr>
            <p:spPr>
              <a:xfrm>
                <a:off x="7697160" y="464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3249;p34">
                <a:extLst>
                  <a:ext uri="{FF2B5EF4-FFF2-40B4-BE49-F238E27FC236}">
                    <a16:creationId xmlns:a16="http://schemas.microsoft.com/office/drawing/2014/main" id="{F848B2A2-54B0-7231-153B-C6BF785FCCBF}"/>
                  </a:ext>
                </a:extLst>
              </p:cNvPr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3250;p34">
                <a:extLst>
                  <a:ext uri="{FF2B5EF4-FFF2-40B4-BE49-F238E27FC236}">
                    <a16:creationId xmlns:a16="http://schemas.microsoft.com/office/drawing/2014/main" id="{721FF9AC-F447-3143-9A84-5694E1676785}"/>
                  </a:ext>
                </a:extLst>
              </p:cNvPr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3251;p34">
                <a:extLst>
                  <a:ext uri="{FF2B5EF4-FFF2-40B4-BE49-F238E27FC236}">
                    <a16:creationId xmlns:a16="http://schemas.microsoft.com/office/drawing/2014/main" id="{D09F9894-E0BD-22C4-EBBE-9E9F086B628C}"/>
                  </a:ext>
                </a:extLst>
              </p:cNvPr>
              <p:cNvSpPr/>
              <p:nvPr/>
            </p:nvSpPr>
            <p:spPr>
              <a:xfrm>
                <a:off x="7706520" y="-58140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3252;p34">
                <a:extLst>
                  <a:ext uri="{FF2B5EF4-FFF2-40B4-BE49-F238E27FC236}">
                    <a16:creationId xmlns:a16="http://schemas.microsoft.com/office/drawing/2014/main" id="{31C607A2-1150-4747-E417-58C5BB4304DB}"/>
                  </a:ext>
                </a:extLst>
              </p:cNvPr>
              <p:cNvSpPr/>
              <p:nvPr/>
            </p:nvSpPr>
            <p:spPr>
              <a:xfrm>
                <a:off x="7711200" y="-7876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3253;p34">
                <a:extLst>
                  <a:ext uri="{FF2B5EF4-FFF2-40B4-BE49-F238E27FC236}">
                    <a16:creationId xmlns:a16="http://schemas.microsoft.com/office/drawing/2014/main" id="{E1D2D0F5-F922-666E-3290-5A5BCCE870A3}"/>
                  </a:ext>
                </a:extLst>
              </p:cNvPr>
              <p:cNvSpPr/>
              <p:nvPr/>
            </p:nvSpPr>
            <p:spPr>
              <a:xfrm>
                <a:off x="7711200" y="-99396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3254;p34">
                <a:extLst>
                  <a:ext uri="{FF2B5EF4-FFF2-40B4-BE49-F238E27FC236}">
                    <a16:creationId xmlns:a16="http://schemas.microsoft.com/office/drawing/2014/main" id="{816FBA82-4EB0-33A9-0141-E6F1BEAD28DE}"/>
                  </a:ext>
                </a:extLst>
              </p:cNvPr>
              <p:cNvSpPr/>
              <p:nvPr/>
            </p:nvSpPr>
            <p:spPr>
              <a:xfrm>
                <a:off x="7716240" y="-121104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4" name="Google Shape;3255;p34">
              <a:extLst>
                <a:ext uri="{FF2B5EF4-FFF2-40B4-BE49-F238E27FC236}">
                  <a16:creationId xmlns:a16="http://schemas.microsoft.com/office/drawing/2014/main" id="{B9C02D47-3421-0E48-6EF0-CA34EEF325F1}"/>
                </a:ext>
              </a:extLst>
            </p:cNvPr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435" name="Google Shape;3256;p34">
                <a:extLst>
                  <a:ext uri="{FF2B5EF4-FFF2-40B4-BE49-F238E27FC236}">
                    <a16:creationId xmlns:a16="http://schemas.microsoft.com/office/drawing/2014/main" id="{150F07CC-59FF-F5A1-7CFE-D2F2124DA547}"/>
                  </a:ext>
                </a:extLst>
              </p:cNvPr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3257;p34">
                <a:extLst>
                  <a:ext uri="{FF2B5EF4-FFF2-40B4-BE49-F238E27FC236}">
                    <a16:creationId xmlns:a16="http://schemas.microsoft.com/office/drawing/2014/main" id="{129669FB-1D74-4B63-194E-A7CF741B35FB}"/>
                  </a:ext>
                </a:extLst>
              </p:cNvPr>
              <p:cNvSpPr/>
              <p:nvPr/>
            </p:nvSpPr>
            <p:spPr>
              <a:xfrm>
                <a:off x="7692840" y="88920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3258;p34">
                <a:extLst>
                  <a:ext uri="{FF2B5EF4-FFF2-40B4-BE49-F238E27FC236}">
                    <a16:creationId xmlns:a16="http://schemas.microsoft.com/office/drawing/2014/main" id="{D957B20D-23E4-EF9A-28F9-02799A65E546}"/>
                  </a:ext>
                </a:extLst>
              </p:cNvPr>
              <p:cNvSpPr/>
              <p:nvPr/>
            </p:nvSpPr>
            <p:spPr>
              <a:xfrm>
                <a:off x="7692840" y="6786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8" name="Google Shape;3259;p34">
                <a:extLst>
                  <a:ext uri="{FF2B5EF4-FFF2-40B4-BE49-F238E27FC236}">
                    <a16:creationId xmlns:a16="http://schemas.microsoft.com/office/drawing/2014/main" id="{3CD18A61-0357-0494-2C56-670541AF30F4}"/>
                  </a:ext>
                </a:extLst>
              </p:cNvPr>
              <p:cNvSpPr/>
              <p:nvPr/>
            </p:nvSpPr>
            <p:spPr>
              <a:xfrm>
                <a:off x="7692840" y="46764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9" name="Google Shape;3260;p34">
                <a:extLst>
                  <a:ext uri="{FF2B5EF4-FFF2-40B4-BE49-F238E27FC236}">
                    <a16:creationId xmlns:a16="http://schemas.microsoft.com/office/drawing/2014/main" id="{505878E5-D928-72C6-7467-BF3800FA34D7}"/>
                  </a:ext>
                </a:extLst>
              </p:cNvPr>
              <p:cNvSpPr/>
              <p:nvPr/>
            </p:nvSpPr>
            <p:spPr>
              <a:xfrm>
                <a:off x="7697160" y="25704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0" name="Google Shape;3261;p34">
                <a:extLst>
                  <a:ext uri="{FF2B5EF4-FFF2-40B4-BE49-F238E27FC236}">
                    <a16:creationId xmlns:a16="http://schemas.microsoft.com/office/drawing/2014/main" id="{45546D48-2394-3B71-290A-3443CFE8DA30}"/>
                  </a:ext>
                </a:extLst>
              </p:cNvPr>
              <p:cNvSpPr/>
              <p:nvPr/>
            </p:nvSpPr>
            <p:spPr>
              <a:xfrm>
                <a:off x="7697160" y="464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1" name="Google Shape;3262;p34">
                <a:extLst>
                  <a:ext uri="{FF2B5EF4-FFF2-40B4-BE49-F238E27FC236}">
                    <a16:creationId xmlns:a16="http://schemas.microsoft.com/office/drawing/2014/main" id="{BA1B977E-BD87-888B-CF6C-C5F1EC3F822D}"/>
                  </a:ext>
                </a:extLst>
              </p:cNvPr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2" name="Google Shape;3263;p34">
                <a:extLst>
                  <a:ext uri="{FF2B5EF4-FFF2-40B4-BE49-F238E27FC236}">
                    <a16:creationId xmlns:a16="http://schemas.microsoft.com/office/drawing/2014/main" id="{271AFC2E-A9C4-D629-0F32-3A4F0AA3120B}"/>
                  </a:ext>
                </a:extLst>
              </p:cNvPr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3" name="Google Shape;3264;p34">
                <a:extLst>
                  <a:ext uri="{FF2B5EF4-FFF2-40B4-BE49-F238E27FC236}">
                    <a16:creationId xmlns:a16="http://schemas.microsoft.com/office/drawing/2014/main" id="{D2F74FFA-6DBB-345C-7880-678E262F2476}"/>
                  </a:ext>
                </a:extLst>
              </p:cNvPr>
              <p:cNvSpPr/>
              <p:nvPr/>
            </p:nvSpPr>
            <p:spPr>
              <a:xfrm>
                <a:off x="7706520" y="-58140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4" name="Google Shape;3265;p34">
                <a:extLst>
                  <a:ext uri="{FF2B5EF4-FFF2-40B4-BE49-F238E27FC236}">
                    <a16:creationId xmlns:a16="http://schemas.microsoft.com/office/drawing/2014/main" id="{7B25CEC4-D550-168F-4739-356C56173BAF}"/>
                  </a:ext>
                </a:extLst>
              </p:cNvPr>
              <p:cNvSpPr/>
              <p:nvPr/>
            </p:nvSpPr>
            <p:spPr>
              <a:xfrm>
                <a:off x="7711200" y="-7876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5" name="Google Shape;3266;p34">
                <a:extLst>
                  <a:ext uri="{FF2B5EF4-FFF2-40B4-BE49-F238E27FC236}">
                    <a16:creationId xmlns:a16="http://schemas.microsoft.com/office/drawing/2014/main" id="{18FC5BA2-0AD8-7012-FED5-35AA973B07E1}"/>
                  </a:ext>
                </a:extLst>
              </p:cNvPr>
              <p:cNvSpPr/>
              <p:nvPr/>
            </p:nvSpPr>
            <p:spPr>
              <a:xfrm>
                <a:off x="7711200" y="-99396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6" name="Google Shape;3267;p34">
                <a:extLst>
                  <a:ext uri="{FF2B5EF4-FFF2-40B4-BE49-F238E27FC236}">
                    <a16:creationId xmlns:a16="http://schemas.microsoft.com/office/drawing/2014/main" id="{AEDE015A-AFA3-EB64-3834-8ED93D5ACFF3}"/>
                  </a:ext>
                </a:extLst>
              </p:cNvPr>
              <p:cNvSpPr/>
              <p:nvPr/>
            </p:nvSpPr>
            <p:spPr>
              <a:xfrm>
                <a:off x="7716240" y="-121104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47" name="Google Shape;3268;p34">
            <a:extLst>
              <a:ext uri="{FF2B5EF4-FFF2-40B4-BE49-F238E27FC236}">
                <a16:creationId xmlns:a16="http://schemas.microsoft.com/office/drawing/2014/main" id="{5CB08556-3357-256E-8BC9-35B9B6740083}"/>
              </a:ext>
            </a:extLst>
          </p:cNvPr>
          <p:cNvGrpSpPr/>
          <p:nvPr/>
        </p:nvGrpSpPr>
        <p:grpSpPr>
          <a:xfrm>
            <a:off x="8151120" y="1406520"/>
            <a:ext cx="142920" cy="2453760"/>
            <a:chOff x="8151120" y="1406520"/>
            <a:chExt cx="142920" cy="2453760"/>
          </a:xfrm>
        </p:grpSpPr>
        <p:grpSp>
          <p:nvGrpSpPr>
            <p:cNvPr id="448" name="Google Shape;3269;p34">
              <a:extLst>
                <a:ext uri="{FF2B5EF4-FFF2-40B4-BE49-F238E27FC236}">
                  <a16:creationId xmlns:a16="http://schemas.microsoft.com/office/drawing/2014/main" id="{97E2F9DD-CDE6-EDE8-A7E4-5C771AEBA2D2}"/>
                </a:ext>
              </a:extLst>
            </p:cNvPr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449" name="Google Shape;3270;p34">
                <a:extLst>
                  <a:ext uri="{FF2B5EF4-FFF2-40B4-BE49-F238E27FC236}">
                    <a16:creationId xmlns:a16="http://schemas.microsoft.com/office/drawing/2014/main" id="{84788ACA-7331-1A98-5F62-E2CEC61A3591}"/>
                  </a:ext>
                </a:extLst>
              </p:cNvPr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0" name="Google Shape;3271;p34">
                <a:extLst>
                  <a:ext uri="{FF2B5EF4-FFF2-40B4-BE49-F238E27FC236}">
                    <a16:creationId xmlns:a16="http://schemas.microsoft.com/office/drawing/2014/main" id="{2D958055-4F12-7453-F080-0BA0F5E066E9}"/>
                  </a:ext>
                </a:extLst>
              </p:cNvPr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1" name="Google Shape;3272;p34">
                <a:extLst>
                  <a:ext uri="{FF2B5EF4-FFF2-40B4-BE49-F238E27FC236}">
                    <a16:creationId xmlns:a16="http://schemas.microsoft.com/office/drawing/2014/main" id="{1932DCC6-834E-64E3-D1EA-730C5E63129A}"/>
                  </a:ext>
                </a:extLst>
              </p:cNvPr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2" name="Google Shape;3273;p34">
                <a:extLst>
                  <a:ext uri="{FF2B5EF4-FFF2-40B4-BE49-F238E27FC236}">
                    <a16:creationId xmlns:a16="http://schemas.microsoft.com/office/drawing/2014/main" id="{D3B0A79B-1540-2A3F-860A-9695F8DC10AC}"/>
                  </a:ext>
                </a:extLst>
              </p:cNvPr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3" name="Google Shape;3274;p34">
                <a:extLst>
                  <a:ext uri="{FF2B5EF4-FFF2-40B4-BE49-F238E27FC236}">
                    <a16:creationId xmlns:a16="http://schemas.microsoft.com/office/drawing/2014/main" id="{3A6C9FC4-F168-A806-EF51-680D8B4D886E}"/>
                  </a:ext>
                </a:extLst>
              </p:cNvPr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4" name="Google Shape;3275;p34">
                <a:extLst>
                  <a:ext uri="{FF2B5EF4-FFF2-40B4-BE49-F238E27FC236}">
                    <a16:creationId xmlns:a16="http://schemas.microsoft.com/office/drawing/2014/main" id="{48B0A65E-D16B-E30A-EEAB-46B0D93A0A49}"/>
                  </a:ext>
                </a:extLst>
              </p:cNvPr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5" name="Google Shape;3276;p34">
                <a:extLst>
                  <a:ext uri="{FF2B5EF4-FFF2-40B4-BE49-F238E27FC236}">
                    <a16:creationId xmlns:a16="http://schemas.microsoft.com/office/drawing/2014/main" id="{C866C632-6CAA-D4E2-8DD2-88800B2FD36D}"/>
                  </a:ext>
                </a:extLst>
              </p:cNvPr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6" name="Google Shape;3277;p34">
                <a:extLst>
                  <a:ext uri="{FF2B5EF4-FFF2-40B4-BE49-F238E27FC236}">
                    <a16:creationId xmlns:a16="http://schemas.microsoft.com/office/drawing/2014/main" id="{4081835E-2259-C5F4-8434-87A123BDA3B8}"/>
                  </a:ext>
                </a:extLst>
              </p:cNvPr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7" name="Google Shape;3278;p34">
                <a:extLst>
                  <a:ext uri="{FF2B5EF4-FFF2-40B4-BE49-F238E27FC236}">
                    <a16:creationId xmlns:a16="http://schemas.microsoft.com/office/drawing/2014/main" id="{B6032083-9B85-8B89-6AE1-CE210EC2E7CC}"/>
                  </a:ext>
                </a:extLst>
              </p:cNvPr>
              <p:cNvSpPr/>
              <p:nvPr/>
            </p:nvSpPr>
            <p:spPr>
              <a:xfrm>
                <a:off x="8173440" y="203616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8" name="Google Shape;3279;p34">
                <a:extLst>
                  <a:ext uri="{FF2B5EF4-FFF2-40B4-BE49-F238E27FC236}">
                    <a16:creationId xmlns:a16="http://schemas.microsoft.com/office/drawing/2014/main" id="{8C30C3CA-6817-B64D-9D0A-667E89D7B566}"/>
                  </a:ext>
                </a:extLst>
              </p:cNvPr>
              <p:cNvSpPr/>
              <p:nvPr/>
            </p:nvSpPr>
            <p:spPr>
              <a:xfrm>
                <a:off x="8178120" y="18298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9" name="Google Shape;3280;p34">
                <a:extLst>
                  <a:ext uri="{FF2B5EF4-FFF2-40B4-BE49-F238E27FC236}">
                    <a16:creationId xmlns:a16="http://schemas.microsoft.com/office/drawing/2014/main" id="{EBB8538B-8632-E16E-8D92-6A5F1E58C377}"/>
                  </a:ext>
                </a:extLst>
              </p:cNvPr>
              <p:cNvSpPr/>
              <p:nvPr/>
            </p:nvSpPr>
            <p:spPr>
              <a:xfrm>
                <a:off x="8178120" y="162360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0" name="Google Shape;3281;p34">
                <a:extLst>
                  <a:ext uri="{FF2B5EF4-FFF2-40B4-BE49-F238E27FC236}">
                    <a16:creationId xmlns:a16="http://schemas.microsoft.com/office/drawing/2014/main" id="{BFE9DD75-F41B-22C8-720C-42211BCC2551}"/>
                  </a:ext>
                </a:extLst>
              </p:cNvPr>
              <p:cNvSpPr/>
              <p:nvPr/>
            </p:nvSpPr>
            <p:spPr>
              <a:xfrm>
                <a:off x="8183160" y="140652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1" name="Google Shape;3282;p34">
              <a:extLst>
                <a:ext uri="{FF2B5EF4-FFF2-40B4-BE49-F238E27FC236}">
                  <a16:creationId xmlns:a16="http://schemas.microsoft.com/office/drawing/2014/main" id="{0E367FBD-64C4-A369-16E0-A461B168FB87}"/>
                </a:ext>
              </a:extLst>
            </p:cNvPr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462" name="Google Shape;3283;p34">
                <a:extLst>
                  <a:ext uri="{FF2B5EF4-FFF2-40B4-BE49-F238E27FC236}">
                    <a16:creationId xmlns:a16="http://schemas.microsoft.com/office/drawing/2014/main" id="{6EE59123-458E-DB3B-24F7-810155026FAC}"/>
                  </a:ext>
                </a:extLst>
              </p:cNvPr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3" name="Google Shape;3284;p34">
                <a:extLst>
                  <a:ext uri="{FF2B5EF4-FFF2-40B4-BE49-F238E27FC236}">
                    <a16:creationId xmlns:a16="http://schemas.microsoft.com/office/drawing/2014/main" id="{FA70736B-D744-832F-9F27-FC8F573A95B9}"/>
                  </a:ext>
                </a:extLst>
              </p:cNvPr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4" name="Google Shape;3285;p34">
                <a:extLst>
                  <a:ext uri="{FF2B5EF4-FFF2-40B4-BE49-F238E27FC236}">
                    <a16:creationId xmlns:a16="http://schemas.microsoft.com/office/drawing/2014/main" id="{CD4BC83C-6747-762E-B039-112FDB316B04}"/>
                  </a:ext>
                </a:extLst>
              </p:cNvPr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5" name="Google Shape;3286;p34">
                <a:extLst>
                  <a:ext uri="{FF2B5EF4-FFF2-40B4-BE49-F238E27FC236}">
                    <a16:creationId xmlns:a16="http://schemas.microsoft.com/office/drawing/2014/main" id="{09AB14B1-EC78-BCA7-9D04-4FDFB002A06F}"/>
                  </a:ext>
                </a:extLst>
              </p:cNvPr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6" name="Google Shape;3287;p34">
                <a:extLst>
                  <a:ext uri="{FF2B5EF4-FFF2-40B4-BE49-F238E27FC236}">
                    <a16:creationId xmlns:a16="http://schemas.microsoft.com/office/drawing/2014/main" id="{791DDCCA-C9BF-CB2C-B8DA-6F65DD290395}"/>
                  </a:ext>
                </a:extLst>
              </p:cNvPr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7" name="Google Shape;3288;p34">
                <a:extLst>
                  <a:ext uri="{FF2B5EF4-FFF2-40B4-BE49-F238E27FC236}">
                    <a16:creationId xmlns:a16="http://schemas.microsoft.com/office/drawing/2014/main" id="{396D4505-2AE8-1F99-1091-6B9A4F0B6A85}"/>
                  </a:ext>
                </a:extLst>
              </p:cNvPr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8" name="Google Shape;3289;p34">
                <a:extLst>
                  <a:ext uri="{FF2B5EF4-FFF2-40B4-BE49-F238E27FC236}">
                    <a16:creationId xmlns:a16="http://schemas.microsoft.com/office/drawing/2014/main" id="{DBFEF67A-2E6A-37B5-4F1F-57A06DA217D1}"/>
                  </a:ext>
                </a:extLst>
              </p:cNvPr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9" name="Google Shape;3290;p34">
                <a:extLst>
                  <a:ext uri="{FF2B5EF4-FFF2-40B4-BE49-F238E27FC236}">
                    <a16:creationId xmlns:a16="http://schemas.microsoft.com/office/drawing/2014/main" id="{3AA85427-34FA-7F7D-F072-16FDC3B8D9E4}"/>
                  </a:ext>
                </a:extLst>
              </p:cNvPr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0" name="Google Shape;3291;p34">
                <a:extLst>
                  <a:ext uri="{FF2B5EF4-FFF2-40B4-BE49-F238E27FC236}">
                    <a16:creationId xmlns:a16="http://schemas.microsoft.com/office/drawing/2014/main" id="{9B3F8125-B2E3-ECA7-D1C9-E38AA4E89D2B}"/>
                  </a:ext>
                </a:extLst>
              </p:cNvPr>
              <p:cNvSpPr/>
              <p:nvPr/>
            </p:nvSpPr>
            <p:spPr>
              <a:xfrm>
                <a:off x="8173440" y="203616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1" name="Google Shape;3292;p34">
                <a:extLst>
                  <a:ext uri="{FF2B5EF4-FFF2-40B4-BE49-F238E27FC236}">
                    <a16:creationId xmlns:a16="http://schemas.microsoft.com/office/drawing/2014/main" id="{964151E2-8D59-13B3-16F0-366C128E6121}"/>
                  </a:ext>
                </a:extLst>
              </p:cNvPr>
              <p:cNvSpPr/>
              <p:nvPr/>
            </p:nvSpPr>
            <p:spPr>
              <a:xfrm>
                <a:off x="8178120" y="18298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2" name="Google Shape;3293;p34">
                <a:extLst>
                  <a:ext uri="{FF2B5EF4-FFF2-40B4-BE49-F238E27FC236}">
                    <a16:creationId xmlns:a16="http://schemas.microsoft.com/office/drawing/2014/main" id="{410B8014-666C-2586-4ACE-A6E4708DF48B}"/>
                  </a:ext>
                </a:extLst>
              </p:cNvPr>
              <p:cNvSpPr/>
              <p:nvPr/>
            </p:nvSpPr>
            <p:spPr>
              <a:xfrm>
                <a:off x="8178120" y="162360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3" name="Google Shape;3294;p34">
                <a:extLst>
                  <a:ext uri="{FF2B5EF4-FFF2-40B4-BE49-F238E27FC236}">
                    <a16:creationId xmlns:a16="http://schemas.microsoft.com/office/drawing/2014/main" id="{CAE52F31-1728-BAA3-D064-CD15E17DE1DE}"/>
                  </a:ext>
                </a:extLst>
              </p:cNvPr>
              <p:cNvSpPr/>
              <p:nvPr/>
            </p:nvSpPr>
            <p:spPr>
              <a:xfrm>
                <a:off x="8183160" y="140652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2427465"/>
      </p:ext>
    </p:extLst>
  </p:cSld>
  <p:clrMapOvr>
    <a:masterClrMapping/>
  </p:clrMapOvr>
</p:sld>
</file>

<file path=ppt/theme/theme1.xml><?xml version="1.0" encoding="utf-8"?>
<a:theme xmlns:a="http://schemas.openxmlformats.org/drawingml/2006/main" name="Longitudinal Data Analysis - Master of Science in Biostatistics by Slidesgo">
  <a:themeElements>
    <a:clrScheme name="Simple Light">
      <a:dk1>
        <a:srgbClr val="FFFFFF"/>
      </a:dk1>
      <a:lt1>
        <a:srgbClr val="0C343D"/>
      </a:lt1>
      <a:dk2>
        <a:srgbClr val="02C5AE"/>
      </a:dk2>
      <a:lt2>
        <a:srgbClr val="7DF3E5"/>
      </a:lt2>
      <a:accent1>
        <a:srgbClr val="B6F8F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</TotalTime>
  <Words>520</Words>
  <Application>Microsoft Macintosh PowerPoint</Application>
  <PresentationFormat>On-screen Show (16:9)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Lato</vt:lpstr>
      <vt:lpstr>OpenSymbol</vt:lpstr>
      <vt:lpstr>Outfit</vt:lpstr>
      <vt:lpstr>Symbol</vt:lpstr>
      <vt:lpstr>Wingdings</vt:lpstr>
      <vt:lpstr>Longitudinal Data Analysis - Master of Science in Biostatistics by Slidesgo</vt:lpstr>
      <vt:lpstr>P1: Graph based Fraud Detection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Worked</vt:lpstr>
      <vt:lpstr>What Didn’t Worked</vt:lpstr>
      <vt:lpstr>Challenges</vt:lpstr>
      <vt:lpstr>Lessons Learned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Akanksha Satya</cp:lastModifiedBy>
  <cp:revision>2</cp:revision>
  <dcterms:modified xsi:type="dcterms:W3CDTF">2026-04-30T14:48:39Z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2026-04-29T17:16:00Z</dcterms:created>
  <dc:creator>Unknown Creator</dc:creator>
  <dc:description/>
  <dc:language>en-US</dc:language>
  <cp:lastModifiedBy>Unknown Creator</cp:lastModifiedBy>
  <dcterms:modified xsi:type="dcterms:W3CDTF">2026-04-29T17:16:00Z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